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3eaa5047374f4e" /><Relationship Type="http://schemas.openxmlformats.org/officeDocument/2006/relationships/extended-properties" Target="/docProps/app.xml" Id="Rfa6d07827d6947c4" /><Relationship Type="http://schemas.openxmlformats.org/officeDocument/2006/relationships/officeDocument" Target="/ppt/presentation.xml" Id="R43e24815e23f4a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5e4d7dd4dc475b"/>
  </p:sldMasterIdLst>
  <p:notesMasterIdLst>
    <p:notesMasterId xmlns:r="http://schemas.openxmlformats.org/officeDocument/2006/relationships" r:id="Raaba01ec25604b6b"/>
  </p:notesMasterIdLst>
  <p:sldIdLst>
    <p:sldId xmlns:r="http://schemas.openxmlformats.org/officeDocument/2006/relationships" id="256" r:id="R8611f591a21f4435"/>
    <p:sldId xmlns:r="http://schemas.openxmlformats.org/officeDocument/2006/relationships" id="257" r:id="R99f7536391a34ab5"/>
    <p:sldId xmlns:r="http://schemas.openxmlformats.org/officeDocument/2006/relationships" id="258" r:id="R3970cf6223a049a3"/>
    <p:sldId xmlns:r="http://schemas.openxmlformats.org/officeDocument/2006/relationships" id="259" r:id="Rcee8f2da31b642c2"/>
    <p:sldId xmlns:r="http://schemas.openxmlformats.org/officeDocument/2006/relationships" id="260" r:id="Rd463f461cc964b3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cbc9b17e3848a2" /><Relationship Type="http://schemas.openxmlformats.org/officeDocument/2006/relationships/slideMaster" Target="/ppt/slideMasters/slideMaster1.xml" Id="Re65e4d7dd4dc475b" /><Relationship Type="http://schemas.openxmlformats.org/officeDocument/2006/relationships/notesMaster" Target="/ppt/notesMasters/notesMaster1.xml" Id="Raaba01ec25604b6b" /><Relationship Type="http://schemas.openxmlformats.org/officeDocument/2006/relationships/presProps" Target="/ppt/presProps.xml" Id="Reaa210b8b7124f41" /><Relationship Type="http://schemas.openxmlformats.org/officeDocument/2006/relationships/viewProps" Target="/ppt/viewProps.xml" Id="R2091a6886b2b4a64" /><Relationship Type="http://schemas.openxmlformats.org/officeDocument/2006/relationships/tableStyles" Target="/ppt/tableStyles.xml" Id="R0df44e2315e34c4e" /><Relationship Type="http://schemas.openxmlformats.org/officeDocument/2006/relationships/slide" Target="/ppt/slides/slide1.xml" Id="R8611f591a21f4435" /><Relationship Type="http://schemas.openxmlformats.org/officeDocument/2006/relationships/slide" Target="/ppt/slides/slide2.xml" Id="R99f7536391a34ab5" /><Relationship Type="http://schemas.openxmlformats.org/officeDocument/2006/relationships/slide" Target="/ppt/slides/slide3.xml" Id="R3970cf6223a049a3" /><Relationship Type="http://schemas.openxmlformats.org/officeDocument/2006/relationships/slide" Target="/ppt/slides/slide4.xml" Id="Rcee8f2da31b642c2" /><Relationship Type="http://schemas.openxmlformats.org/officeDocument/2006/relationships/slide" Target="/ppt/slides/slide5.xml" Id="Rd463f461cc964b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3d4e795bf74f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771b34e0b54b10" /><Relationship Type="http://schemas.openxmlformats.org/officeDocument/2006/relationships/notesMaster" Target="/ppt/notesMasters/notesMaster1.xml" Id="R47776962e2854e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46719f03604218" /><Relationship Type="http://schemas.openxmlformats.org/officeDocument/2006/relationships/notesMaster" Target="/ppt/notesMasters/notesMaster1.xml" Id="R8db91a7fc27149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94ed9b0c7b409e" /><Relationship Type="http://schemas.openxmlformats.org/officeDocument/2006/relationships/notesMaster" Target="/ppt/notesMasters/notesMaster1.xml" Id="Rfaa85c9d53d64f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19e6e953164efb" /><Relationship Type="http://schemas.openxmlformats.org/officeDocument/2006/relationships/notesMaster" Target="/ppt/notesMasters/notesMaster1.xml" Id="R37a06c7082fc42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4cb4887a2e4bc6" /><Relationship Type="http://schemas.openxmlformats.org/officeDocument/2006/relationships/notesMaster" Target="/ppt/notesMasters/notesMaster1.xml" Id="Rca5a187f571a4f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c1a9db4eb44d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b776a52439420e" /><Relationship Type="http://schemas.openxmlformats.org/officeDocument/2006/relationships/slideLayout" Target="/ppt/slideLayouts/slideLayout1.xml" Id="R842e0c1b145644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2e0c1b145644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365026f144160" /><Relationship Type="http://schemas.openxmlformats.org/officeDocument/2006/relationships/image" Target="/ppt/media/image.png" Id="Raf1c959e98144124" /><Relationship Type="http://schemas.openxmlformats.org/officeDocument/2006/relationships/notesSlide" Target="/ppt/notesSlides/notesSlide1.xml" Id="R3070ca29949142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1267a51904969" /><Relationship Type="http://schemas.openxmlformats.org/officeDocument/2006/relationships/notesSlide" Target="/ppt/notesSlides/notesSlide2.xml" Id="Rca879c20b6314d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78a9703c44925" /><Relationship Type="http://schemas.openxmlformats.org/officeDocument/2006/relationships/notesSlide" Target="/ppt/notesSlides/notesSlide3.xml" Id="R3a2ac917ff7243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99d6fd82b40f0" /><Relationship Type="http://schemas.openxmlformats.org/officeDocument/2006/relationships/notesSlide" Target="/ppt/notesSlides/notesSlide4.xml" Id="Rc670626364004f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2cd9a59d34639" /><Relationship Type="http://schemas.openxmlformats.org/officeDocument/2006/relationships/notesSlide" Target="/ppt/notesSlides/notesSlide5.xml" Id="R9d56d5b2094145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mpany">
            <a:extLst xmlns:a="http://schemas.openxmlformats.org/drawingml/2006/main">
              <a:ext uri="{FF2B5EF4-FFF2-40B4-BE49-F238E27FC236}">
                <a16:creationId xmlns:a16="http://schemas.microsoft.com/office/drawing/2014/main" id="{7FF50296-E953-40D3-B781-59A9A581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DISTRIBUIDORA PANAMERICANA · GRUPO C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D04C9F4-83FF-419A-8EE8-5FBD6FDC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315DBF"/>
                </a:solidFill>
              </a:defRPr>
            </a:pPr>
            <a:r>
              <a:rPr sz="2625" b="1">
                <a:solidFill>
                  <a:srgbClr val="315DBF"/>
                </a:solidFill>
              </a:rPr>
              <a:t>Sistema de gestión de ventas e inventario para la Distribuidora Panamericana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FD91BBFA-AA86-4434-91AB-FEC07EBF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521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4" name="description">
            <a:extLst xmlns:a="http://schemas.openxmlformats.org/drawingml/2006/main">
              <a:ext uri="{FF2B5EF4-FFF2-40B4-BE49-F238E27FC236}">
                <a16:creationId xmlns:a16="http://schemas.microsoft.com/office/drawing/2014/main" id="{4525A92F-2C4E-448E-8122-44A700D7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0252D"/>
                </a:solidFill>
              </a:defRPr>
            </a:pPr>
            <a:r>
              <a:rPr sz="1350">
                <a:solidFill>
                  <a:srgbClr val="20252D"/>
                </a:solidFill>
              </a:rPr>
              <a:t>La aplicación es una p</a:t>
            </a:r>
            <a:r>
              <a:rPr sz="1350" b="0">
                <a:solidFill>
                  <a:srgbClr val="20252D"/>
                </a:solidFill>
              </a:rPr>
              <a:t>lataforma web para administrar el catálogo, controlar existencias, registrar pedidos y consultar ventas. Integra productos, marcas, familias, usuarios, ofertas y métodos de entrega en una sola operación.</a:t>
            </a:r>
          </a:p>
        </p:txBody>
      </p:sp>
      <p:sp>
        <p:nvSpPr>
          <p:cNvPr id="5" name="scope">
            <a:extLst xmlns:a="http://schemas.openxmlformats.org/drawingml/2006/main">
              <a:ext uri="{FF2B5EF4-FFF2-40B4-BE49-F238E27FC236}">
                <a16:creationId xmlns:a16="http://schemas.microsoft.com/office/drawing/2014/main" id="{00A74733-789C-4C0B-A574-F02956D7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5DBF"/>
                </a:solidFill>
              </a:defRPr>
            </a:pPr>
            <a:r>
              <a:rPr sz="975" b="1">
                <a:solidFill>
                  <a:srgbClr val="315DBF"/>
                </a:solidFill>
              </a:rPr>
              <a:t>COLECCIONES PRINCIPALES: CATÁLOGO  ·  INVENTARIO  ·  PEDIDOS  ·  VENTAS</a:t>
            </a:r>
          </a:p>
        </p:txBody>
      </p:sp>
      <p:pic>
        <p:nvPicPr>
          <p:cNvPr id="17" name="Imagen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c959e98144124"/>
          <a:stretch xmlns:a="http://schemas.openxmlformats.org/drawingml/2006/main"/>
        </p:blipFill>
        <p:spPr>
          <a:xfrm xmlns:a="http://schemas.openxmlformats.org/drawingml/2006/main">
            <a:off x="6000750" y="1156803"/>
            <a:ext cx="5734050" cy="3001344"/>
          </a:xfrm>
          <a:prstGeom xmlns:a="http://schemas.openxmlformats.org/drawingml/2006/main" prst="roundRect">
            <a:avLst>
              <a:gd name="adj" fmla="val 1449"/>
            </a:avLst>
          </a:prstGeom>
        </p:spPr>
      </p:pic>
      <p:sp>
        <p:nvSpPr>
          <p:cNvPr id="7" name="caption">
            <a:extLst xmlns:a="http://schemas.openxmlformats.org/drawingml/2006/main">
              <a:ext uri="{FF2B5EF4-FFF2-40B4-BE49-F238E27FC236}">
                <a16:creationId xmlns:a16="http://schemas.microsoft.com/office/drawing/2014/main" id="{415B6DED-B94E-4747-B967-6E354AEE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573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Captura del sistema — página principal</a:t>
            </a:r>
          </a:p>
        </p:txBody>
      </p:sp>
      <p:sp>
        <p:nvSpPr>
          <p:cNvPr id="8" name="note">
            <a:extLst xmlns:a="http://schemas.openxmlformats.org/drawingml/2006/main">
              <a:ext uri="{FF2B5EF4-FFF2-40B4-BE49-F238E27FC236}">
                <a16:creationId xmlns:a16="http://schemas.microsoft.com/office/drawing/2014/main" id="{656A97F5-12FA-4324-AE14-104EF03A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15DBF"/>
                </a:solidFill>
              </a:defRPr>
            </a:pPr>
            <a:r>
              <a:rPr sz="1275" b="1">
                <a:solidFill>
                  <a:srgbClr val="315DBF"/>
                </a:solidFill>
              </a:rPr>
              <a:t>Base para tres aplicaciones de analítica: anticipar, segmentar decisiones y personalizar la experiencia.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727DC9AF-F81C-46D2-83F6-681A1C53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14264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cls-kicker">
            <a:extLst xmlns:a="http://schemas.openxmlformats.org/drawingml/2006/main">
              <a:ext uri="{FF2B5EF4-FFF2-40B4-BE49-F238E27FC236}">
                <a16:creationId xmlns:a16="http://schemas.microsoft.com/office/drawing/2014/main" id="{6E79B9BF-0763-43F2-9515-02A04B80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2C7"/>
                </a:solidFill>
              </a:defRPr>
            </a:pPr>
            <a:r>
              <a:rPr sz="1200" b="1">
                <a:solidFill>
                  <a:srgbClr val="2F62C7"/>
                </a:solidFill>
              </a:rPr>
              <a:t>PROPUESTA 1 · CLASIFICACIÓN</a:t>
            </a:r>
          </a:p>
        </p:txBody>
      </p:sp>
      <p:sp>
        <p:nvSpPr>
          <p:cNvPr id="2" name="cls-title">
            <a:extLst xmlns:a="http://schemas.openxmlformats.org/drawingml/2006/main">
              <a:ext uri="{FF2B5EF4-FFF2-40B4-BE49-F238E27FC236}">
                <a16:creationId xmlns:a16="http://schemas.microsoft.com/office/drawing/2014/main" id="{B46ECD44-2054-44FA-9C18-090E4385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2356B"/>
                </a:solidFill>
              </a:defRPr>
            </a:pPr>
            <a:r>
              <a:rPr sz="2625" b="1">
                <a:solidFill>
                  <a:srgbClr val="12356B"/>
                </a:solidFill>
              </a:rPr>
              <a:t>Predecir qué pedidos tienen riesgo de cancelación</a:t>
            </a:r>
          </a:p>
        </p:txBody>
      </p:sp>
      <p:sp>
        <p:nvSpPr>
          <p:cNvPr id="3" name="cls-page">
            <a:extLst xmlns:a="http://schemas.openxmlformats.org/drawingml/2006/main">
              <a:ext uri="{FF2B5EF4-FFF2-40B4-BE49-F238E27FC236}">
                <a16:creationId xmlns:a16="http://schemas.microsoft.com/office/drawing/2014/main" id="{66F30254-5C29-48DD-A2D8-506BF7A1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77C"/>
                </a:solidFill>
              </a:defRPr>
            </a:pPr>
            <a:r>
              <a:rPr sz="975" b="0">
                <a:solidFill>
                  <a:srgbClr val="59677C"/>
                </a:solidFill>
              </a:rPr>
              <a:t>2</a:t>
            </a:r>
          </a:p>
        </p:txBody>
      </p:sp>
      <p:sp>
        <p:nvSpPr>
          <p:cNvPr id="4" name="cls-database-panel">
            <a:extLst xmlns:a="http://schemas.openxmlformats.org/drawingml/2006/main">
              <a:ext uri="{FF2B5EF4-FFF2-40B4-BE49-F238E27FC236}">
                <a16:creationId xmlns:a16="http://schemas.microsoft.com/office/drawing/2014/main" id="{27E30A9F-08E9-4071-A00B-F430FBE9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4762500" cy="4857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2C7"/>
            </a:solidFill>
            <a:prstDash val="solid"/>
          </a:ln>
        </p:spPr>
      </p:sp>
      <p:sp>
        <p:nvSpPr>
          <p:cNvPr id="5" name="cls-database-banner">
            <a:extLst xmlns:a="http://schemas.openxmlformats.org/drawingml/2006/main">
              <a:ext uri="{FF2B5EF4-FFF2-40B4-BE49-F238E27FC236}">
                <a16:creationId xmlns:a16="http://schemas.microsoft.com/office/drawing/2014/main" id="{B458DD13-1AAF-4DB3-B06C-83CFD9AC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81100"/>
            <a:ext cx="2667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1FC"/>
          </a:solidFill>
          <a:ln xmlns:a="http://schemas.openxmlformats.org/drawingml/2006/main" w="0">
            <a:solidFill>
              <a:srgbClr val="EAF1FC"/>
            </a:solidFill>
            <a:prstDash val="solid"/>
          </a:ln>
        </p:spPr>
      </p:sp>
      <p:sp>
        <p:nvSpPr>
          <p:cNvPr id="6" name="cls-database-banner-text">
            <a:extLst xmlns:a="http://schemas.openxmlformats.org/drawingml/2006/main">
              <a:ext uri="{FF2B5EF4-FFF2-40B4-BE49-F238E27FC236}">
                <a16:creationId xmlns:a16="http://schemas.microsoft.com/office/drawing/2014/main" id="{18F5ACBA-A593-4A07-A9C3-16114277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668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2356B"/>
                </a:solidFill>
              </a:defRPr>
            </a:pPr>
            <a:r>
              <a:rPr sz="1425" b="1">
                <a:solidFill>
                  <a:srgbClr val="12356B"/>
                </a:solidFill>
              </a:rPr>
              <a:t>▰  COLECCIONES MONGODB</a:t>
            </a:r>
          </a:p>
        </p:txBody>
      </p:sp>
      <p:sp>
        <p:nvSpPr>
          <p:cNvPr id="7" name="cls-full-USUARIOS">
            <a:extLst xmlns:a="http://schemas.openxmlformats.org/drawingml/2006/main">
              <a:ext uri="{FF2B5EF4-FFF2-40B4-BE49-F238E27FC236}">
                <a16:creationId xmlns:a16="http://schemas.microsoft.com/office/drawing/2014/main" id="{1C9DEDC5-00C6-463C-92D4-D8FAE529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1" y="1695450"/>
            <a:ext cx="1085850" cy="25717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356B"/>
            </a:solidFill>
            <a:prstDash val="solid"/>
          </a:ln>
        </p:spPr>
      </p:sp>
      <p:sp>
        <p:nvSpPr>
          <p:cNvPr id="8" name="cls-full-head-USUARIOS">
            <a:extLst xmlns:a="http://schemas.openxmlformats.org/drawingml/2006/main">
              <a:ext uri="{FF2B5EF4-FFF2-40B4-BE49-F238E27FC236}">
                <a16:creationId xmlns:a16="http://schemas.microsoft.com/office/drawing/2014/main" id="{50FD2969-8D5B-4A7B-9570-2C79133E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1" y="1695450"/>
            <a:ext cx="1085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56B"/>
          </a:solidFill>
          <a:ln xmlns:a="http://schemas.openxmlformats.org/drawingml/2006/main" w="9525">
            <a:solidFill>
              <a:srgbClr val="12356B"/>
            </a:solidFill>
            <a:prstDash val="solid"/>
          </a:ln>
        </p:spPr>
      </p:sp>
      <p:sp>
        <p:nvSpPr>
          <p:cNvPr id="9" name="cls-full-title-USUARIOS">
            <a:extLst xmlns:a="http://schemas.openxmlformats.org/drawingml/2006/main">
              <a:ext uri="{FF2B5EF4-FFF2-40B4-BE49-F238E27FC236}">
                <a16:creationId xmlns:a16="http://schemas.microsoft.com/office/drawing/2014/main" id="{CB906B41-6677-43B4-AF62-E101F024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6" y="17335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USUARIOS</a:t>
            </a:r>
          </a:p>
        </p:txBody>
      </p:sp>
      <p:sp>
        <p:nvSpPr>
          <p:cNvPr id="10" name="cls-full-fields-USUARIOS-0">
            <a:extLst xmlns:a="http://schemas.openxmlformats.org/drawingml/2006/main">
              <a:ext uri="{FF2B5EF4-FFF2-40B4-BE49-F238E27FC236}">
                <a16:creationId xmlns:a16="http://schemas.microsoft.com/office/drawing/2014/main" id="{34BF1F56-0F02-47C6-8015-A044C12F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919163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_id · PK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nombre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ap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am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username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email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password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telefono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preguntaSecreta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respuestaSecreta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rol</a:t>
            </a:r>
          </a:p>
          <a:p xmlns:a="http://schemas.openxmlformats.org/drawingml/2006/main">
            <a:pPr>
              <a:buNone/>
              <a:defRPr sz="638" b="0">
                <a:solidFill>
                  <a:srgbClr val="1F2937"/>
                </a:solidFill>
              </a:defRPr>
            </a:pPr>
            <a:r>
              <a:rPr sz="638">
                <a:solidFill>
                  <a:srgbClr val="1F2937"/>
                </a:solidFill>
              </a:rPr>
              <a:t>direcciones[]</a:t>
            </a:r>
            <a:br/>
            <a:r>
              <a:rPr sz="638" b="0">
                <a:solidFill>
                  <a:srgbClr val="1F2937"/>
                </a:solidFill>
              </a:rPr>
              <a:t>activeTokens</a:t>
            </a:r>
            <a:r>
              <a:rPr sz="638" b="0">
                <a:solidFill>
                  <a:srgbClr val="1F2937"/>
                </a:solidFill>
              </a:rPr>
              <a:t>[]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</a:p>
        </p:txBody>
      </p:sp>
      <p:sp>
        <p:nvSpPr>
          <p:cNvPr id="13" name="cls-full-PEDIDOS">
            <a:extLst xmlns:a="http://schemas.openxmlformats.org/drawingml/2006/main">
              <a:ext uri="{FF2B5EF4-FFF2-40B4-BE49-F238E27FC236}">
                <a16:creationId xmlns:a16="http://schemas.microsoft.com/office/drawing/2014/main" id="{B8BFBCE2-C8D1-40B3-9EF4-D8E86D4D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6" y="1695450"/>
            <a:ext cx="1042988" cy="25717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35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cls-full-head-PEDIDOS">
            <a:extLst xmlns:a="http://schemas.openxmlformats.org/drawingml/2006/main">
              <a:ext uri="{FF2B5EF4-FFF2-40B4-BE49-F238E27FC236}">
                <a16:creationId xmlns:a16="http://schemas.microsoft.com/office/drawing/2014/main" id="{13C024F6-6189-45CF-80F0-143A1ADE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6" y="1695450"/>
            <a:ext cx="1042988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56B"/>
          </a:solidFill>
          <a:ln xmlns:a="http://schemas.openxmlformats.org/drawingml/2006/main" w="9525">
            <a:solidFill>
              <a:srgbClr val="12356B"/>
            </a:solidFill>
            <a:prstDash val="solid"/>
          </a:ln>
        </p:spPr>
      </p:sp>
      <p:sp>
        <p:nvSpPr>
          <p:cNvPr id="15" name="cls-full-title-PEDIDOS">
            <a:extLst xmlns:a="http://schemas.openxmlformats.org/drawingml/2006/main">
              <a:ext uri="{FF2B5EF4-FFF2-40B4-BE49-F238E27FC236}">
                <a16:creationId xmlns:a16="http://schemas.microsoft.com/office/drawing/2014/main" id="{FF107B0F-FA96-450E-B8CF-0D34691F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335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PEDIDOS</a:t>
            </a:r>
          </a:p>
        </p:txBody>
      </p:sp>
      <p:sp>
        <p:nvSpPr>
          <p:cNvPr id="16" name="cls-full-fields-PEDIDOS-0">
            <a:extLst xmlns:a="http://schemas.openxmlformats.org/drawingml/2006/main">
              <a:ext uri="{FF2B5EF4-FFF2-40B4-BE49-F238E27FC236}">
                <a16:creationId xmlns:a16="http://schemas.microsoft.com/office/drawing/2014/main" id="{591AE03D-9310-4310-9831-A2C88491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28825"/>
            <a:ext cx="919163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_id · PK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usuario</a:t>
            </a:r>
            <a:r>
              <a:rPr sz="638" b="0">
                <a:solidFill>
                  <a:srgbClr val="1F2937"/>
                </a:solidFill>
              </a:rPr>
              <a:t> · FK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productos</a:t>
            </a:r>
            <a:r>
              <a:rPr sz="638" b="0">
                <a:solidFill>
                  <a:srgbClr val="1F2937"/>
                </a:solidFill>
              </a:rPr>
              <a:t>[]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metodoPago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>
                <a:solidFill>
                  <a:srgbClr val="1F2937"/>
                </a:solidFill>
              </a:rPr>
              <a:t>total</a:t>
            </a:r>
            <a:br/>
            <a:r>
              <a:rPr sz="638" b="0">
                <a:solidFill>
                  <a:srgbClr val="1F2937"/>
                </a:solidFill>
              </a:rPr>
              <a:t>estado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costoEnvio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inventarioReservado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fecha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createdAt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updatedAt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</a:p>
        </p:txBody>
      </p:sp>
      <p:sp>
        <p:nvSpPr>
          <p:cNvPr id="17" name="cls-full-fields-PEDIDOS-1">
            <a:extLst xmlns:a="http://schemas.openxmlformats.org/drawingml/2006/main">
              <a:ext uri="{FF2B5EF4-FFF2-40B4-BE49-F238E27FC236}">
                <a16:creationId xmlns:a16="http://schemas.microsoft.com/office/drawing/2014/main" id="{C5487021-4C21-4172-AC06-06B57023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338" y="2028825"/>
            <a:ext cx="919163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</a:p>
        </p:txBody>
      </p:sp>
      <p:sp>
        <p:nvSpPr>
          <p:cNvPr id="18" name="cls-full-divider-PEDIDOS-1">
            <a:extLst xmlns:a="http://schemas.openxmlformats.org/drawingml/2006/main">
              <a:ext uri="{FF2B5EF4-FFF2-40B4-BE49-F238E27FC236}">
                <a16:creationId xmlns:a16="http://schemas.microsoft.com/office/drawing/2014/main" id="{ED44D450-66B1-4CB8-9C47-A3424442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2019300"/>
            <a:ext cx="9525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19" name="cls-full-PRODUCTOS">
            <a:extLst xmlns:a="http://schemas.openxmlformats.org/drawingml/2006/main">
              <a:ext uri="{FF2B5EF4-FFF2-40B4-BE49-F238E27FC236}">
                <a16:creationId xmlns:a16="http://schemas.microsoft.com/office/drawing/2014/main" id="{31C13D62-5438-4399-9407-355BD224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38481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356B"/>
            </a:solidFill>
            <a:prstDash val="solid"/>
          </a:ln>
        </p:spPr>
      </p:sp>
      <p:sp>
        <p:nvSpPr>
          <p:cNvPr id="20" name="cls-full-head-PRODUCTOS">
            <a:extLst xmlns:a="http://schemas.openxmlformats.org/drawingml/2006/main">
              <a:ext uri="{FF2B5EF4-FFF2-40B4-BE49-F238E27FC236}">
                <a16:creationId xmlns:a16="http://schemas.microsoft.com/office/drawing/2014/main" id="{D7788020-049F-40D1-9FA5-563490AE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38481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56B"/>
          </a:solidFill>
          <a:ln xmlns:a="http://schemas.openxmlformats.org/drawingml/2006/main" w="9525">
            <a:solidFill>
              <a:srgbClr val="12356B"/>
            </a:solidFill>
            <a:prstDash val="solid"/>
          </a:ln>
        </p:spPr>
      </p:sp>
      <p:sp>
        <p:nvSpPr>
          <p:cNvPr id="21" name="cls-full-title-PRODUCTOS">
            <a:extLst xmlns:a="http://schemas.openxmlformats.org/drawingml/2006/main">
              <a:ext uri="{FF2B5EF4-FFF2-40B4-BE49-F238E27FC236}">
                <a16:creationId xmlns:a16="http://schemas.microsoft.com/office/drawing/2014/main" id="{795B8033-198B-4504-B84F-E0BAE36C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19600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PRODUCTOS</a:t>
            </a:r>
          </a:p>
        </p:txBody>
      </p:sp>
      <p:sp>
        <p:nvSpPr>
          <p:cNvPr id="22" name="cls-full-fields-PRODUCTOS-0">
            <a:extLst xmlns:a="http://schemas.openxmlformats.org/drawingml/2006/main">
              <a:ext uri="{FF2B5EF4-FFF2-40B4-BE49-F238E27FC236}">
                <a16:creationId xmlns:a16="http://schemas.microsoft.com/office/drawing/2014/main" id="{A18D83D7-AA91-4257-867A-C5D3E181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177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_id · PK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nombre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descripcion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precioNormal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skuNormal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precioMayoreo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skuMayoreo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precioCaja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skuCaja</a:t>
            </a:r>
          </a:p>
        </p:txBody>
      </p:sp>
      <p:sp>
        <p:nvSpPr>
          <p:cNvPr id="23" name="cls-full-fields-PRODUCTOS-1">
            <a:extLst xmlns:a="http://schemas.openxmlformats.org/drawingml/2006/main">
              <a:ext uri="{FF2B5EF4-FFF2-40B4-BE49-F238E27FC236}">
                <a16:creationId xmlns:a16="http://schemas.microsoft.com/office/drawing/2014/main" id="{3EEE6736-0854-4056-BBB8-0A0C68DD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14875"/>
            <a:ext cx="177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stock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marca · FK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familia · FK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activo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imagenUrl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createdAt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updatedAt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__v</a:t>
            </a:r>
          </a:p>
        </p:txBody>
      </p:sp>
      <p:sp>
        <p:nvSpPr>
          <p:cNvPr id="24" name="cls-full-divider-PRODUCTOS-1">
            <a:extLst xmlns:a="http://schemas.openxmlformats.org/drawingml/2006/main">
              <a:ext uri="{FF2B5EF4-FFF2-40B4-BE49-F238E27FC236}">
                <a16:creationId xmlns:a16="http://schemas.microsoft.com/office/drawing/2014/main" id="{E4D66D5E-2D38-40EE-B1EE-8BDAAF23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05350"/>
            <a:ext cx="95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25" name="cls-keys-legend">
            <a:extLst xmlns:a="http://schemas.openxmlformats.org/drawingml/2006/main">
              <a:ext uri="{FF2B5EF4-FFF2-40B4-BE49-F238E27FC236}">
                <a16:creationId xmlns:a16="http://schemas.microsoft.com/office/drawing/2014/main" id="{3DDD0BD1-E3C9-43CF-A7E5-FDBA0301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38481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7FA0D8"/>
            </a:solidFill>
            <a:prstDash val="solid"/>
          </a:ln>
        </p:spPr>
      </p:sp>
      <p:sp>
        <p:nvSpPr>
          <p:cNvPr id="26" name="cls-keys-legend-text">
            <a:extLst xmlns:a="http://schemas.openxmlformats.org/drawingml/2006/main">
              <a:ext uri="{FF2B5EF4-FFF2-40B4-BE49-F238E27FC236}">
                <a16:creationId xmlns:a16="http://schemas.microsoft.com/office/drawing/2014/main" id="{EA698A87-37A4-464E-8F93-226EECDF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3733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2356B"/>
                </a:solidFill>
              </a:defRPr>
            </a:pPr>
            <a:r>
              <a:rPr sz="750" b="1">
                <a:solidFill>
                  <a:srgbClr val="12356B"/>
                </a:solidFill>
              </a:rPr>
              <a:t>PK: _id   ·   FK: ObjectId   ·   [ ]: arreglo   ·   ↳: campo anidado</a:t>
            </a:r>
          </a:p>
        </p:txBody>
      </p:sp>
      <p:sp>
        <p:nvSpPr>
          <p:cNvPr id="27" name="cls-flow-arrow">
            <a:extLst xmlns:a="http://schemas.openxmlformats.org/drawingml/2006/main">
              <a:ext uri="{FF2B5EF4-FFF2-40B4-BE49-F238E27FC236}">
                <a16:creationId xmlns:a16="http://schemas.microsoft.com/office/drawing/2014/main" id="{52E9ABA1-6F50-4C3C-9552-E1F8626E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80010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2C7"/>
          </a:solidFill>
          <a:ln xmlns:a="http://schemas.openxmlformats.org/drawingml/2006/main" w="9525">
            <a:solidFill>
              <a:srgbClr val="2F62C7"/>
            </a:solidFill>
            <a:prstDash val="solid"/>
          </a:ln>
        </p:spPr>
      </p:sp>
      <p:sp>
        <p:nvSpPr>
          <p:cNvPr id="28" name="cls-flow-caption">
            <a:extLst xmlns:a="http://schemas.openxmlformats.org/drawingml/2006/main">
              <a:ext uri="{FF2B5EF4-FFF2-40B4-BE49-F238E27FC236}">
                <a16:creationId xmlns:a16="http://schemas.microsoft.com/office/drawing/2014/main" id="{AD1471B3-F48A-4B68-875C-D158BC85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24250"/>
            <a:ext cx="1000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2356B"/>
                </a:solidFill>
              </a:defRPr>
            </a:pPr>
            <a:r>
              <a:rPr sz="1125" b="1">
                <a:solidFill>
                  <a:srgbClr val="12356B"/>
                </a:solidFill>
              </a:rPr>
              <a:t>Extracción, unión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2356B"/>
                </a:solidFill>
              </a:defRPr>
            </a:pPr>
            <a:r>
              <a:rPr sz="1125" b="1">
                <a:solidFill>
                  <a:srgbClr val="12356B"/>
                </a:solidFill>
              </a:rPr>
              <a:t>y codificación</a:t>
            </a:r>
          </a:p>
        </p:txBody>
      </p:sp>
      <p:sp>
        <p:nvSpPr>
          <p:cNvPr id="29" name="cls-dataset-panel">
            <a:extLst xmlns:a="http://schemas.openxmlformats.org/drawingml/2006/main">
              <a:ext uri="{FF2B5EF4-FFF2-40B4-BE49-F238E27FC236}">
                <a16:creationId xmlns:a16="http://schemas.microsoft.com/office/drawing/2014/main" id="{BDAC6638-32D3-499B-A66A-0F7D7A62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5667375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7643A"/>
            </a:solidFill>
            <a:prstDash val="solid"/>
          </a:ln>
        </p:spPr>
      </p:sp>
      <p:sp>
        <p:nvSpPr>
          <p:cNvPr id="30" name="cls-dataset-banner">
            <a:extLst xmlns:a="http://schemas.openxmlformats.org/drawingml/2006/main">
              <a:ext uri="{FF2B5EF4-FFF2-40B4-BE49-F238E27FC236}">
                <a16:creationId xmlns:a16="http://schemas.microsoft.com/office/drawing/2014/main" id="{4C47FEF6-6DE3-471C-80E3-E9CF12CC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81100"/>
            <a:ext cx="261937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5EC"/>
          </a:solidFill>
          <a:ln xmlns:a="http://schemas.openxmlformats.org/drawingml/2006/main" w="0">
            <a:solidFill>
              <a:srgbClr val="EAF5EC"/>
            </a:solidFill>
            <a:prstDash val="solid"/>
          </a:ln>
        </p:spPr>
      </p:sp>
      <p:sp>
        <p:nvSpPr>
          <p:cNvPr id="31" name="cls-dataset-banner-text">
            <a:extLst xmlns:a="http://schemas.openxmlformats.org/drawingml/2006/main">
              <a:ext uri="{FF2B5EF4-FFF2-40B4-BE49-F238E27FC236}">
                <a16:creationId xmlns:a16="http://schemas.microsoft.com/office/drawing/2014/main" id="{5003448C-145D-4321-8918-5A3BF4EE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6682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7643A"/>
                </a:solidFill>
              </a:defRPr>
            </a:pPr>
            <a:r>
              <a:rPr sz="1425" b="1">
                <a:solidFill>
                  <a:srgbClr val="27643A"/>
                </a:solidFill>
              </a:rPr>
              <a:t>▦  DATASET / DATAFRAME</a:t>
            </a:r>
          </a:p>
        </p:txBody>
      </p:sp>
      <p:sp>
        <p:nvSpPr>
          <p:cNvPr id="32" name="cls-x-label">
            <a:extLst xmlns:a="http://schemas.openxmlformats.org/drawingml/2006/main">
              <a:ext uri="{FF2B5EF4-FFF2-40B4-BE49-F238E27FC236}">
                <a16:creationId xmlns:a16="http://schemas.microsoft.com/office/drawing/2014/main" id="{CCBDBE87-9F18-41B5-BD36-AC0256CF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7643A"/>
                </a:solidFill>
              </a:defRPr>
            </a:pPr>
            <a:r>
              <a:rPr sz="1200" b="1">
                <a:solidFill>
                  <a:srgbClr val="27643A"/>
                </a:solidFill>
              </a:rPr>
              <a:t>Variables X</a:t>
            </a:r>
          </a:p>
        </p:txBody>
      </p:sp>
      <p:sp>
        <p:nvSpPr>
          <p:cNvPr id="33" name="cls-y-label">
            <a:extLst xmlns:a="http://schemas.openxmlformats.org/drawingml/2006/main">
              <a:ext uri="{FF2B5EF4-FFF2-40B4-BE49-F238E27FC236}">
                <a16:creationId xmlns:a16="http://schemas.microsoft.com/office/drawing/2014/main" id="{87BC57FE-2180-4A86-8986-A02E1362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6954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2318A"/>
                </a:solidFill>
              </a:defRPr>
            </a:pPr>
            <a:r>
              <a:rPr sz="1200" b="1">
                <a:solidFill>
                  <a:srgbClr val="62318A"/>
                </a:solidFill>
              </a:rPr>
              <a:t>Variable Y</a:t>
            </a:r>
          </a:p>
        </p:txBody>
      </p:sp>
      <p:sp>
        <p:nvSpPr>
          <p:cNvPr id="34" name="cls-table-header-0">
            <a:extLst xmlns:a="http://schemas.openxmlformats.org/drawingml/2006/main">
              <a:ext uri="{FF2B5EF4-FFF2-40B4-BE49-F238E27FC236}">
                <a16:creationId xmlns:a16="http://schemas.microsoft.com/office/drawing/2014/main" id="{F994244C-345C-4091-BEB9-8B694A46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35" name="cls-table-header-text-0">
            <a:extLst xmlns:a="http://schemas.openxmlformats.org/drawingml/2006/main">
              <a:ext uri="{FF2B5EF4-FFF2-40B4-BE49-F238E27FC236}">
                <a16:creationId xmlns:a16="http://schemas.microsoft.com/office/drawing/2014/main" id="{5AC0DE4A-C2BF-447B-B8F2-29BE0131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usuario</a:t>
            </a:r>
          </a:p>
        </p:txBody>
      </p:sp>
      <p:sp>
        <p:nvSpPr>
          <p:cNvPr id="36" name="cls-table-header-1">
            <a:extLst xmlns:a="http://schemas.openxmlformats.org/drawingml/2006/main">
              <a:ext uri="{FF2B5EF4-FFF2-40B4-BE49-F238E27FC236}">
                <a16:creationId xmlns:a16="http://schemas.microsoft.com/office/drawing/2014/main" id="{A99D0BE5-BB8C-4F4F-92D7-8BAAD10C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383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37" name="cls-table-header-text-1">
            <a:extLst xmlns:a="http://schemas.openxmlformats.org/drawingml/2006/main">
              <a:ext uri="{FF2B5EF4-FFF2-40B4-BE49-F238E27FC236}">
                <a16:creationId xmlns:a16="http://schemas.microsoft.com/office/drawing/2014/main" id="{86FE4212-B5BC-482F-9DD2-B6EB9969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95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prod.</a:t>
            </a:r>
          </a:p>
        </p:txBody>
      </p:sp>
      <p:sp>
        <p:nvSpPr>
          <p:cNvPr id="38" name="cls-table-header-2">
            <a:extLst xmlns:a="http://schemas.openxmlformats.org/drawingml/2006/main">
              <a:ext uri="{FF2B5EF4-FFF2-40B4-BE49-F238E27FC236}">
                <a16:creationId xmlns:a16="http://schemas.microsoft.com/office/drawing/2014/main" id="{680FF7A4-AEF2-4BF7-AD0B-C671460D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39" name="cls-table-header-text-2">
            <a:extLst xmlns:a="http://schemas.openxmlformats.org/drawingml/2006/main">
              <a:ext uri="{FF2B5EF4-FFF2-40B4-BE49-F238E27FC236}">
                <a16:creationId xmlns:a16="http://schemas.microsoft.com/office/drawing/2014/main" id="{92E7904B-82BB-49B9-B1C7-3AFC370A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95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cant.</a:t>
            </a:r>
          </a:p>
        </p:txBody>
      </p:sp>
      <p:sp>
        <p:nvSpPr>
          <p:cNvPr id="40" name="cls-table-header-3">
            <a:extLst xmlns:a="http://schemas.openxmlformats.org/drawingml/2006/main">
              <a:ext uri="{FF2B5EF4-FFF2-40B4-BE49-F238E27FC236}">
                <a16:creationId xmlns:a16="http://schemas.microsoft.com/office/drawing/2014/main" id="{5046DABC-3A69-44D0-872F-9FA0EA29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57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41" name="cls-table-header-text-3">
            <a:extLst xmlns:a="http://schemas.openxmlformats.org/drawingml/2006/main">
              <a:ext uri="{FF2B5EF4-FFF2-40B4-BE49-F238E27FC236}">
                <a16:creationId xmlns:a16="http://schemas.microsoft.com/office/drawing/2014/main" id="{A2950422-CAB5-4B3F-B4B4-D8B36B74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precio</a:t>
            </a:r>
          </a:p>
        </p:txBody>
      </p:sp>
      <p:sp>
        <p:nvSpPr>
          <p:cNvPr id="42" name="cls-table-header-4">
            <a:extLst xmlns:a="http://schemas.openxmlformats.org/drawingml/2006/main">
              <a:ext uri="{FF2B5EF4-FFF2-40B4-BE49-F238E27FC236}">
                <a16:creationId xmlns:a16="http://schemas.microsoft.com/office/drawing/2014/main" id="{C051D039-7B99-4C03-8E46-24A2C97A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3835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43" name="cls-table-header-text-4">
            <a:extLst xmlns:a="http://schemas.openxmlformats.org/drawingml/2006/main">
              <a:ext uri="{FF2B5EF4-FFF2-40B4-BE49-F238E27FC236}">
                <a16:creationId xmlns:a16="http://schemas.microsoft.com/office/drawing/2014/main" id="{1D033EE2-E033-4430-9EE4-36B0E1E8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total</a:t>
            </a:r>
          </a:p>
        </p:txBody>
      </p:sp>
      <p:sp>
        <p:nvSpPr>
          <p:cNvPr id="44" name="cls-table-header-5">
            <a:extLst xmlns:a="http://schemas.openxmlformats.org/drawingml/2006/main">
              <a:ext uri="{FF2B5EF4-FFF2-40B4-BE49-F238E27FC236}">
                <a16:creationId xmlns:a16="http://schemas.microsoft.com/office/drawing/2014/main" id="{D052822B-ED47-4ECE-BFFB-61C0EFFB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38350"/>
            <a:ext cx="800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45" name="cls-table-header-text-5">
            <a:extLst xmlns:a="http://schemas.openxmlformats.org/drawingml/2006/main">
              <a:ext uri="{FF2B5EF4-FFF2-40B4-BE49-F238E27FC236}">
                <a16:creationId xmlns:a16="http://schemas.microsoft.com/office/drawing/2014/main" id="{288EBFA4-5D77-4A48-BB17-7E45FF5E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95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método</a:t>
            </a:r>
          </a:p>
        </p:txBody>
      </p:sp>
      <p:sp>
        <p:nvSpPr>
          <p:cNvPr id="46" name="cls-table-header-6">
            <a:extLst xmlns:a="http://schemas.openxmlformats.org/drawingml/2006/main">
              <a:ext uri="{FF2B5EF4-FFF2-40B4-BE49-F238E27FC236}">
                <a16:creationId xmlns:a16="http://schemas.microsoft.com/office/drawing/2014/main" id="{1265B1A0-15C9-4801-ABA6-53BBEE14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03835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AF8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47" name="cls-table-header-text-6">
            <a:extLst xmlns:a="http://schemas.openxmlformats.org/drawingml/2006/main">
              <a:ext uri="{FF2B5EF4-FFF2-40B4-BE49-F238E27FC236}">
                <a16:creationId xmlns:a16="http://schemas.microsoft.com/office/drawing/2014/main" id="{6DF943EE-4F6A-49C7-A5F1-90A9F549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95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62318A"/>
                </a:solidFill>
              </a:defRPr>
            </a:pPr>
            <a:r>
              <a:rPr sz="1125" b="1">
                <a:solidFill>
                  <a:srgbClr val="62318A"/>
                </a:solidFill>
              </a:rPr>
              <a:t>clase Y</a:t>
            </a:r>
          </a:p>
        </p:txBody>
      </p:sp>
      <p:sp>
        <p:nvSpPr>
          <p:cNvPr id="48" name="cls-table-cell-0-0">
            <a:extLst xmlns:a="http://schemas.openxmlformats.org/drawingml/2006/main">
              <a:ext uri="{FF2B5EF4-FFF2-40B4-BE49-F238E27FC236}">
                <a16:creationId xmlns:a16="http://schemas.microsoft.com/office/drawing/2014/main" id="{F69983D3-264E-41DF-A679-CBC45F29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49" name="cls-table-cell-text-0-0">
            <a:extLst xmlns:a="http://schemas.openxmlformats.org/drawingml/2006/main">
              <a:ext uri="{FF2B5EF4-FFF2-40B4-BE49-F238E27FC236}">
                <a16:creationId xmlns:a16="http://schemas.microsoft.com/office/drawing/2014/main" id="{399BE659-85A7-4454-A1EB-284F2AE3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66975"/>
            <a:ext cx="64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U001</a:t>
            </a:r>
          </a:p>
        </p:txBody>
      </p:sp>
      <p:sp>
        <p:nvSpPr>
          <p:cNvPr id="50" name="cls-table-cell-0-1">
            <a:extLst xmlns:a="http://schemas.openxmlformats.org/drawingml/2006/main">
              <a:ext uri="{FF2B5EF4-FFF2-40B4-BE49-F238E27FC236}">
                <a16:creationId xmlns:a16="http://schemas.microsoft.com/office/drawing/2014/main" id="{498C2734-B5AE-4058-9076-62FF3DA3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1" name="cls-table-cell-text-0-1">
            <a:extLst xmlns:a="http://schemas.openxmlformats.org/drawingml/2006/main">
              <a:ext uri="{FF2B5EF4-FFF2-40B4-BE49-F238E27FC236}">
                <a16:creationId xmlns:a16="http://schemas.microsoft.com/office/drawing/2014/main" id="{A897F143-0033-4F91-9AA3-715F95B9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46697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P001</a:t>
            </a:r>
          </a:p>
        </p:txBody>
      </p:sp>
      <p:sp>
        <p:nvSpPr>
          <p:cNvPr id="52" name="cls-table-cell-0-2">
            <a:extLst xmlns:a="http://schemas.openxmlformats.org/drawingml/2006/main">
              <a:ext uri="{FF2B5EF4-FFF2-40B4-BE49-F238E27FC236}">
                <a16:creationId xmlns:a16="http://schemas.microsoft.com/office/drawing/2014/main" id="{0F914CBA-2948-45B9-B93B-3F3E762D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003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3" name="cls-table-cell-text-0-2">
            <a:extLst xmlns:a="http://schemas.openxmlformats.org/drawingml/2006/main">
              <a:ext uri="{FF2B5EF4-FFF2-40B4-BE49-F238E27FC236}">
                <a16:creationId xmlns:a16="http://schemas.microsoft.com/office/drawing/2014/main" id="{E97AFD40-6072-4066-95D1-F1AEE06E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46697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54" name="cls-table-cell-0-3">
            <a:extLst xmlns:a="http://schemas.openxmlformats.org/drawingml/2006/main">
              <a:ext uri="{FF2B5EF4-FFF2-40B4-BE49-F238E27FC236}">
                <a16:creationId xmlns:a16="http://schemas.microsoft.com/office/drawing/2014/main" id="{3A366D14-0EF0-4C9D-A90F-FAD2BB29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57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5" name="cls-table-cell-text-0-3">
            <a:extLst xmlns:a="http://schemas.openxmlformats.org/drawingml/2006/main">
              <a:ext uri="{FF2B5EF4-FFF2-40B4-BE49-F238E27FC236}">
                <a16:creationId xmlns:a16="http://schemas.microsoft.com/office/drawing/2014/main" id="{F23A9F5C-F562-45D9-BAAF-B245DB94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66975"/>
            <a:ext cx="51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85</a:t>
            </a:r>
          </a:p>
        </p:txBody>
      </p:sp>
      <p:sp>
        <p:nvSpPr>
          <p:cNvPr id="56" name="cls-table-cell-0-4">
            <a:extLst xmlns:a="http://schemas.openxmlformats.org/drawingml/2006/main">
              <a:ext uri="{FF2B5EF4-FFF2-40B4-BE49-F238E27FC236}">
                <a16:creationId xmlns:a16="http://schemas.microsoft.com/office/drawing/2014/main" id="{D88988C1-DFB8-4B31-B217-69655847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003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7" name="cls-table-cell-text-0-4">
            <a:extLst xmlns:a="http://schemas.openxmlformats.org/drawingml/2006/main">
              <a:ext uri="{FF2B5EF4-FFF2-40B4-BE49-F238E27FC236}">
                <a16:creationId xmlns:a16="http://schemas.microsoft.com/office/drawing/2014/main" id="{C210EB00-4A00-43CF-870F-36605E6A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466975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1305</a:t>
            </a:r>
          </a:p>
        </p:txBody>
      </p:sp>
      <p:sp>
        <p:nvSpPr>
          <p:cNvPr id="58" name="cls-table-cell-0-5">
            <a:extLst xmlns:a="http://schemas.openxmlformats.org/drawingml/2006/main">
              <a:ext uri="{FF2B5EF4-FFF2-40B4-BE49-F238E27FC236}">
                <a16:creationId xmlns:a16="http://schemas.microsoft.com/office/drawing/2014/main" id="{0D7D833D-5D7A-472A-8C13-5AD9EB6E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00300"/>
            <a:ext cx="800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9" name="cls-table-cell-text-0-5">
            <a:extLst xmlns:a="http://schemas.openxmlformats.org/drawingml/2006/main">
              <a:ext uri="{FF2B5EF4-FFF2-40B4-BE49-F238E27FC236}">
                <a16:creationId xmlns:a16="http://schemas.microsoft.com/office/drawing/2014/main" id="{20915C1B-7B0B-490C-BAD9-EAFC6FB8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66975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Efectivo</a:t>
            </a:r>
          </a:p>
        </p:txBody>
      </p:sp>
      <p:sp>
        <p:nvSpPr>
          <p:cNvPr id="60" name="cls-table-cell-0-6">
            <a:extLst xmlns:a="http://schemas.openxmlformats.org/drawingml/2006/main">
              <a:ext uri="{FF2B5EF4-FFF2-40B4-BE49-F238E27FC236}">
                <a16:creationId xmlns:a16="http://schemas.microsoft.com/office/drawing/2014/main" id="{F6E013BF-E418-4307-9AB6-9A46959E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003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D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1" name="cls-table-cell-text-0-6">
            <a:extLst xmlns:a="http://schemas.openxmlformats.org/drawingml/2006/main">
              <a:ext uri="{FF2B5EF4-FFF2-40B4-BE49-F238E27FC236}">
                <a16:creationId xmlns:a16="http://schemas.microsoft.com/office/drawing/2014/main" id="{2DFE4335-944B-4DD8-A015-B4F6C066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4669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0</a:t>
            </a:r>
          </a:p>
        </p:txBody>
      </p:sp>
      <p:sp>
        <p:nvSpPr>
          <p:cNvPr id="62" name="cls-table-cell-1-0">
            <a:extLst xmlns:a="http://schemas.openxmlformats.org/drawingml/2006/main">
              <a:ext uri="{FF2B5EF4-FFF2-40B4-BE49-F238E27FC236}">
                <a16:creationId xmlns:a16="http://schemas.microsoft.com/office/drawing/2014/main" id="{56C0B7C2-6797-45CB-9E81-D5CF5791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3" name="cls-table-cell-text-1-0">
            <a:extLst xmlns:a="http://schemas.openxmlformats.org/drawingml/2006/main">
              <a:ext uri="{FF2B5EF4-FFF2-40B4-BE49-F238E27FC236}">
                <a16:creationId xmlns:a16="http://schemas.microsoft.com/office/drawing/2014/main" id="{132A26B1-3A84-461F-A452-1796A1AD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28925"/>
            <a:ext cx="64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U001</a:t>
            </a:r>
          </a:p>
        </p:txBody>
      </p:sp>
      <p:sp>
        <p:nvSpPr>
          <p:cNvPr id="64" name="cls-table-cell-1-1">
            <a:extLst xmlns:a="http://schemas.openxmlformats.org/drawingml/2006/main">
              <a:ext uri="{FF2B5EF4-FFF2-40B4-BE49-F238E27FC236}">
                <a16:creationId xmlns:a16="http://schemas.microsoft.com/office/drawing/2014/main" id="{8B0380C8-6D7A-4067-8432-0E7C4FB5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622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5" name="cls-table-cell-text-1-1">
            <a:extLst xmlns:a="http://schemas.openxmlformats.org/drawingml/2006/main">
              <a:ext uri="{FF2B5EF4-FFF2-40B4-BE49-F238E27FC236}">
                <a16:creationId xmlns:a16="http://schemas.microsoft.com/office/drawing/2014/main" id="{7935CD24-6403-4F55-B225-642D3889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289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P004</a:t>
            </a:r>
          </a:p>
        </p:txBody>
      </p:sp>
      <p:sp>
        <p:nvSpPr>
          <p:cNvPr id="66" name="cls-table-cell-1-2">
            <a:extLst xmlns:a="http://schemas.openxmlformats.org/drawingml/2006/main">
              <a:ext uri="{FF2B5EF4-FFF2-40B4-BE49-F238E27FC236}">
                <a16:creationId xmlns:a16="http://schemas.microsoft.com/office/drawing/2014/main" id="{3E688AE0-6911-46B6-BF33-5B630C02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7" name="cls-table-cell-text-1-2">
            <a:extLst xmlns:a="http://schemas.openxmlformats.org/drawingml/2006/main">
              <a:ext uri="{FF2B5EF4-FFF2-40B4-BE49-F238E27FC236}">
                <a16:creationId xmlns:a16="http://schemas.microsoft.com/office/drawing/2014/main" id="{255E8F59-C665-4579-966A-5D9CEF31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8289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7</a:t>
            </a:r>
          </a:p>
        </p:txBody>
      </p:sp>
      <p:sp>
        <p:nvSpPr>
          <p:cNvPr id="68" name="cls-table-cell-1-3">
            <a:extLst xmlns:a="http://schemas.openxmlformats.org/drawingml/2006/main">
              <a:ext uri="{FF2B5EF4-FFF2-40B4-BE49-F238E27FC236}">
                <a16:creationId xmlns:a16="http://schemas.microsoft.com/office/drawing/2014/main" id="{9968BE30-3AB0-4AFB-B456-67F65A50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62250"/>
            <a:ext cx="57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9" name="cls-table-cell-text-1-3">
            <a:extLst xmlns:a="http://schemas.openxmlformats.org/drawingml/2006/main">
              <a:ext uri="{FF2B5EF4-FFF2-40B4-BE49-F238E27FC236}">
                <a16:creationId xmlns:a16="http://schemas.microsoft.com/office/drawing/2014/main" id="{C5CA6B0D-C82C-4C32-BF14-40861C9E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828925"/>
            <a:ext cx="51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150</a:t>
            </a:r>
          </a:p>
        </p:txBody>
      </p:sp>
      <p:sp>
        <p:nvSpPr>
          <p:cNvPr id="70" name="cls-table-cell-1-4">
            <a:extLst xmlns:a="http://schemas.openxmlformats.org/drawingml/2006/main">
              <a:ext uri="{FF2B5EF4-FFF2-40B4-BE49-F238E27FC236}">
                <a16:creationId xmlns:a16="http://schemas.microsoft.com/office/drawing/2014/main" id="{8A350935-6AF3-4E0B-994B-3182F278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6225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1" name="cls-table-cell-text-1-4">
            <a:extLst xmlns:a="http://schemas.openxmlformats.org/drawingml/2006/main">
              <a:ext uri="{FF2B5EF4-FFF2-40B4-BE49-F238E27FC236}">
                <a16:creationId xmlns:a16="http://schemas.microsoft.com/office/drawing/2014/main" id="{6F0BF1AE-8863-47A8-8250-DE9193FD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28925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1305</a:t>
            </a:r>
          </a:p>
        </p:txBody>
      </p:sp>
      <p:sp>
        <p:nvSpPr>
          <p:cNvPr id="72" name="cls-table-cell-1-5">
            <a:extLst xmlns:a="http://schemas.openxmlformats.org/drawingml/2006/main">
              <a:ext uri="{FF2B5EF4-FFF2-40B4-BE49-F238E27FC236}">
                <a16:creationId xmlns:a16="http://schemas.microsoft.com/office/drawing/2014/main" id="{DA34A230-E01E-4819-982B-635E1F8E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62250"/>
            <a:ext cx="800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3" name="cls-table-cell-text-1-5">
            <a:extLst xmlns:a="http://schemas.openxmlformats.org/drawingml/2006/main">
              <a:ext uri="{FF2B5EF4-FFF2-40B4-BE49-F238E27FC236}">
                <a16:creationId xmlns:a16="http://schemas.microsoft.com/office/drawing/2014/main" id="{32E46FE5-C922-4FE3-AA7A-CA4F4F26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28925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Efectivo</a:t>
            </a:r>
          </a:p>
        </p:txBody>
      </p:sp>
      <p:sp>
        <p:nvSpPr>
          <p:cNvPr id="74" name="cls-table-cell-1-6">
            <a:extLst xmlns:a="http://schemas.openxmlformats.org/drawingml/2006/main">
              <a:ext uri="{FF2B5EF4-FFF2-40B4-BE49-F238E27FC236}">
                <a16:creationId xmlns:a16="http://schemas.microsoft.com/office/drawing/2014/main" id="{3F5060D4-FDFA-4DA4-BCFF-0771C144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6225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D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5" name="cls-table-cell-text-1-6">
            <a:extLst xmlns:a="http://schemas.openxmlformats.org/drawingml/2006/main">
              <a:ext uri="{FF2B5EF4-FFF2-40B4-BE49-F238E27FC236}">
                <a16:creationId xmlns:a16="http://schemas.microsoft.com/office/drawing/2014/main" id="{9AFB746A-2F9D-48DD-8BBB-776475DF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82892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0</a:t>
            </a:r>
          </a:p>
        </p:txBody>
      </p:sp>
      <p:sp>
        <p:nvSpPr>
          <p:cNvPr id="76" name="cls-table-cell-2-0">
            <a:extLst xmlns:a="http://schemas.openxmlformats.org/drawingml/2006/main">
              <a:ext uri="{FF2B5EF4-FFF2-40B4-BE49-F238E27FC236}">
                <a16:creationId xmlns:a16="http://schemas.microsoft.com/office/drawing/2014/main" id="{6D38797D-DA8A-4CA6-AF8B-EAA88177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7" name="cls-table-cell-text-2-0">
            <a:extLst xmlns:a="http://schemas.openxmlformats.org/drawingml/2006/main">
              <a:ext uri="{FF2B5EF4-FFF2-40B4-BE49-F238E27FC236}">
                <a16:creationId xmlns:a16="http://schemas.microsoft.com/office/drawing/2014/main" id="{976C1EA8-7678-4B4C-A0AF-EBBCF04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90875"/>
            <a:ext cx="64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U002</a:t>
            </a:r>
          </a:p>
        </p:txBody>
      </p:sp>
      <p:sp>
        <p:nvSpPr>
          <p:cNvPr id="78" name="cls-table-cell-2-1">
            <a:extLst xmlns:a="http://schemas.openxmlformats.org/drawingml/2006/main">
              <a:ext uri="{FF2B5EF4-FFF2-40B4-BE49-F238E27FC236}">
                <a16:creationId xmlns:a16="http://schemas.microsoft.com/office/drawing/2014/main" id="{17C43C37-7C94-47CB-80DB-C7752852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2420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9" name="cls-table-cell-text-2-1">
            <a:extLst xmlns:a="http://schemas.openxmlformats.org/drawingml/2006/main">
              <a:ext uri="{FF2B5EF4-FFF2-40B4-BE49-F238E27FC236}">
                <a16:creationId xmlns:a16="http://schemas.microsoft.com/office/drawing/2014/main" id="{7C0F89E4-94A5-48E5-AE6F-1083895F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19087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P002</a:t>
            </a:r>
          </a:p>
        </p:txBody>
      </p:sp>
      <p:sp>
        <p:nvSpPr>
          <p:cNvPr id="80" name="cls-table-cell-2-2">
            <a:extLst xmlns:a="http://schemas.openxmlformats.org/drawingml/2006/main">
              <a:ext uri="{FF2B5EF4-FFF2-40B4-BE49-F238E27FC236}">
                <a16:creationId xmlns:a16="http://schemas.microsoft.com/office/drawing/2014/main" id="{C7EF6252-CFDC-4054-BD43-C84F2428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242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81" name="cls-table-cell-text-2-2">
            <a:extLst xmlns:a="http://schemas.openxmlformats.org/drawingml/2006/main">
              <a:ext uri="{FF2B5EF4-FFF2-40B4-BE49-F238E27FC236}">
                <a16:creationId xmlns:a16="http://schemas.microsoft.com/office/drawing/2014/main" id="{FF88FCA7-1EB9-41BA-9C56-B715F72E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19087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82" name="cls-table-cell-2-3">
            <a:extLst xmlns:a="http://schemas.openxmlformats.org/drawingml/2006/main">
              <a:ext uri="{FF2B5EF4-FFF2-40B4-BE49-F238E27FC236}">
                <a16:creationId xmlns:a16="http://schemas.microsoft.com/office/drawing/2014/main" id="{F18F0BC9-7B0B-4D43-AD5D-9E130A94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24200"/>
            <a:ext cx="57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83" name="cls-table-cell-text-2-3">
            <a:extLst xmlns:a="http://schemas.openxmlformats.org/drawingml/2006/main">
              <a:ext uri="{FF2B5EF4-FFF2-40B4-BE49-F238E27FC236}">
                <a16:creationId xmlns:a16="http://schemas.microsoft.com/office/drawing/2014/main" id="{97600974-EA06-4A8F-A2D8-D10427C7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90875"/>
            <a:ext cx="51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120</a:t>
            </a:r>
          </a:p>
        </p:txBody>
      </p:sp>
      <p:sp>
        <p:nvSpPr>
          <p:cNvPr id="84" name="cls-table-cell-2-4">
            <a:extLst xmlns:a="http://schemas.openxmlformats.org/drawingml/2006/main">
              <a:ext uri="{FF2B5EF4-FFF2-40B4-BE49-F238E27FC236}">
                <a16:creationId xmlns:a16="http://schemas.microsoft.com/office/drawing/2014/main" id="{14B23AE5-D075-4202-8585-EFEFE9C4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242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85" name="cls-table-cell-text-2-4">
            <a:extLst xmlns:a="http://schemas.openxmlformats.org/drawingml/2006/main">
              <a:ext uri="{FF2B5EF4-FFF2-40B4-BE49-F238E27FC236}">
                <a16:creationId xmlns:a16="http://schemas.microsoft.com/office/drawing/2014/main" id="{DB3B8A8F-98FD-4D15-852D-E3C28F33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90875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480</a:t>
            </a:r>
          </a:p>
        </p:txBody>
      </p:sp>
      <p:sp>
        <p:nvSpPr>
          <p:cNvPr id="86" name="cls-table-cell-2-5">
            <a:extLst xmlns:a="http://schemas.openxmlformats.org/drawingml/2006/main">
              <a:ext uri="{FF2B5EF4-FFF2-40B4-BE49-F238E27FC236}">
                <a16:creationId xmlns:a16="http://schemas.microsoft.com/office/drawing/2014/main" id="{9E1A4F5A-383E-4E41-836E-E56FED71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24200"/>
            <a:ext cx="800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87" name="cls-table-cell-text-2-5">
            <a:extLst xmlns:a="http://schemas.openxmlformats.org/drawingml/2006/main">
              <a:ext uri="{FF2B5EF4-FFF2-40B4-BE49-F238E27FC236}">
                <a16:creationId xmlns:a16="http://schemas.microsoft.com/office/drawing/2014/main" id="{61AB29C4-8F61-4D61-A593-6000757E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90875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PayPal</a:t>
            </a:r>
          </a:p>
        </p:txBody>
      </p:sp>
      <p:sp>
        <p:nvSpPr>
          <p:cNvPr id="88" name="cls-table-cell-2-6">
            <a:extLst xmlns:a="http://schemas.openxmlformats.org/drawingml/2006/main">
              <a:ext uri="{FF2B5EF4-FFF2-40B4-BE49-F238E27FC236}">
                <a16:creationId xmlns:a16="http://schemas.microsoft.com/office/drawing/2014/main" id="{E5B4C0DE-24D1-473E-98F9-1AB05A45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242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D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89" name="cls-table-cell-text-2-6">
            <a:extLst xmlns:a="http://schemas.openxmlformats.org/drawingml/2006/main">
              <a:ext uri="{FF2B5EF4-FFF2-40B4-BE49-F238E27FC236}">
                <a16:creationId xmlns:a16="http://schemas.microsoft.com/office/drawing/2014/main" id="{B4E8D68B-319D-4420-9B58-B9209FDB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1908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90" name="cls-analysis-callout">
            <a:extLst xmlns:a="http://schemas.openxmlformats.org/drawingml/2006/main">
              <a:ext uri="{FF2B5EF4-FFF2-40B4-BE49-F238E27FC236}">
                <a16:creationId xmlns:a16="http://schemas.microsoft.com/office/drawing/2014/main" id="{20AD49F5-6B8E-481B-99F2-3021C66E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52950"/>
            <a:ext cx="4981575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4288">
            <a:solidFill>
              <a:srgbClr val="E8B341"/>
            </a:solidFill>
            <a:prstDash val="solid"/>
          </a:ln>
        </p:spPr>
      </p:sp>
      <p:sp>
        <p:nvSpPr>
          <p:cNvPr id="91" name="cls-analysis-icon">
            <a:extLst xmlns:a="http://schemas.openxmlformats.org/drawingml/2006/main">
              <a:ext uri="{FF2B5EF4-FFF2-40B4-BE49-F238E27FC236}">
                <a16:creationId xmlns:a16="http://schemas.microsoft.com/office/drawing/2014/main" id="{093B6347-75F9-4BB6-96E0-4516C8BC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95825"/>
            <a:ext cx="52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12356B"/>
                </a:solidFill>
              </a:defRPr>
            </a:pPr>
            <a:r>
              <a:rPr sz="3000" b="1">
                <a:solidFill>
                  <a:srgbClr val="12356B"/>
                </a:solidFill>
              </a:rPr>
              <a:t>◎</a:t>
            </a:r>
          </a:p>
        </p:txBody>
      </p:sp>
      <p:sp>
        <p:nvSpPr>
          <p:cNvPr id="92" name="cls-analysis-title">
            <a:extLst xmlns:a="http://schemas.openxmlformats.org/drawingml/2006/main">
              <a:ext uri="{FF2B5EF4-FFF2-40B4-BE49-F238E27FC236}">
                <a16:creationId xmlns:a16="http://schemas.microsoft.com/office/drawing/2014/main" id="{A9AA81B5-B34C-4DCE-B802-0C5491C4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56B"/>
                </a:solidFill>
              </a:defRPr>
            </a:pPr>
            <a:r>
              <a:rPr sz="1350" b="1">
                <a:solidFill>
                  <a:srgbClr val="12356B"/>
                </a:solidFill>
              </a:rPr>
              <a:t>¿Qué se va a predecir?</a:t>
            </a:r>
          </a:p>
        </p:txBody>
      </p:sp>
      <p:sp>
        <p:nvSpPr>
          <p:cNvPr id="93" name="cls-analysis-body">
            <a:extLst xmlns:a="http://schemas.openxmlformats.org/drawingml/2006/main">
              <a:ext uri="{FF2B5EF4-FFF2-40B4-BE49-F238E27FC236}">
                <a16:creationId xmlns:a16="http://schemas.microsoft.com/office/drawing/2014/main" id="{D8549FFC-EB70-47F0-A6C0-2995A90F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006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Si el pedido terminará cancelado: Cancelado = 1 y Entregado = 0.</a:t>
            </a:r>
          </a:p>
        </p:txBody>
      </p:sp>
    </p:spTree>
    <p:extLst>
      <p:ext uri="{BB962C8B-B14F-4D97-AF65-F5344CB8AC3E}">
        <p14:creationId xmlns:p14="http://schemas.microsoft.com/office/powerpoint/2010/main" val="6955660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rec-kicker">
            <a:extLst xmlns:a="http://schemas.openxmlformats.org/drawingml/2006/main">
              <a:ext uri="{FF2B5EF4-FFF2-40B4-BE49-F238E27FC236}">
                <a16:creationId xmlns:a16="http://schemas.microsoft.com/office/drawing/2014/main" id="{9DDF72D1-8743-4843-8D64-1FDB0D73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2C7"/>
                </a:solidFill>
              </a:defRPr>
            </a:pPr>
            <a:r>
              <a:rPr sz="1200" b="1">
                <a:solidFill>
                  <a:srgbClr val="2F62C7"/>
                </a:solidFill>
              </a:rPr>
              <a:t>PROPUESTA 2 · SISTEMA DE RECOMENDACIÓN</a:t>
            </a:r>
          </a:p>
        </p:txBody>
      </p:sp>
      <p:sp>
        <p:nvSpPr>
          <p:cNvPr id="2" name="rec-title">
            <a:extLst xmlns:a="http://schemas.openxmlformats.org/drawingml/2006/main">
              <a:ext uri="{FF2B5EF4-FFF2-40B4-BE49-F238E27FC236}">
                <a16:creationId xmlns:a16="http://schemas.microsoft.com/office/drawing/2014/main" id="{9079D89D-F13E-45A9-9762-F2B4F471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2356B"/>
                </a:solidFill>
              </a:defRPr>
            </a:pPr>
            <a:r>
              <a:rPr sz="2625" b="1">
                <a:solidFill>
                  <a:srgbClr val="12356B"/>
                </a:solidFill>
              </a:rPr>
              <a:t>Recomendar productos mediante similitud entre ítems</a:t>
            </a:r>
          </a:p>
        </p:txBody>
      </p:sp>
      <p:sp>
        <p:nvSpPr>
          <p:cNvPr id="3" name="rec-page">
            <a:extLst xmlns:a="http://schemas.openxmlformats.org/drawingml/2006/main">
              <a:ext uri="{FF2B5EF4-FFF2-40B4-BE49-F238E27FC236}">
                <a16:creationId xmlns:a16="http://schemas.microsoft.com/office/drawing/2014/main" id="{D950AFAC-2F27-4901-A39B-5724F72E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77C"/>
                </a:solidFill>
              </a:defRPr>
            </a:pPr>
            <a:r>
              <a:rPr sz="975" b="0">
                <a:solidFill>
                  <a:srgbClr val="59677C"/>
                </a:solidFill>
              </a:rPr>
              <a:t>3</a:t>
            </a:r>
          </a:p>
        </p:txBody>
      </p:sp>
      <p:sp>
        <p:nvSpPr>
          <p:cNvPr id="4" name="rec-database-panel">
            <a:extLst xmlns:a="http://schemas.openxmlformats.org/drawingml/2006/main">
              <a:ext uri="{FF2B5EF4-FFF2-40B4-BE49-F238E27FC236}">
                <a16:creationId xmlns:a16="http://schemas.microsoft.com/office/drawing/2014/main" id="{5CC28D12-6654-4730-ACDF-C56C7B23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4762500" cy="4857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2C7"/>
            </a:solidFill>
            <a:prstDash val="solid"/>
          </a:ln>
        </p:spPr>
      </p:sp>
      <p:sp>
        <p:nvSpPr>
          <p:cNvPr id="5" name="rec-database-banner">
            <a:extLst xmlns:a="http://schemas.openxmlformats.org/drawingml/2006/main">
              <a:ext uri="{FF2B5EF4-FFF2-40B4-BE49-F238E27FC236}">
                <a16:creationId xmlns:a16="http://schemas.microsoft.com/office/drawing/2014/main" id="{62B32660-F8DE-4226-82E0-F309A86D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81100"/>
            <a:ext cx="2667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1FC"/>
          </a:solidFill>
          <a:ln xmlns:a="http://schemas.openxmlformats.org/drawingml/2006/main" w="0">
            <a:solidFill>
              <a:srgbClr val="EAF1FC"/>
            </a:solidFill>
            <a:prstDash val="solid"/>
          </a:ln>
        </p:spPr>
      </p:sp>
      <p:sp>
        <p:nvSpPr>
          <p:cNvPr id="6" name="rec-database-banner-text">
            <a:extLst xmlns:a="http://schemas.openxmlformats.org/drawingml/2006/main">
              <a:ext uri="{FF2B5EF4-FFF2-40B4-BE49-F238E27FC236}">
                <a16:creationId xmlns:a16="http://schemas.microsoft.com/office/drawing/2014/main" id="{7D92CB2A-8100-4B22-996B-3F81B285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668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2356B"/>
                </a:solidFill>
              </a:defRPr>
            </a:pPr>
            <a:r>
              <a:rPr sz="1425" b="1">
                <a:solidFill>
                  <a:srgbClr val="12356B"/>
                </a:solidFill>
              </a:rPr>
              <a:t>▰  COLECCIONES MONGODB</a:t>
            </a:r>
          </a:p>
        </p:txBody>
      </p:sp>
      <p:sp>
        <p:nvSpPr>
          <p:cNvPr id="7" name="rec-full-USUARIOS">
            <a:extLst xmlns:a="http://schemas.openxmlformats.org/drawingml/2006/main">
              <a:ext uri="{FF2B5EF4-FFF2-40B4-BE49-F238E27FC236}">
                <a16:creationId xmlns:a16="http://schemas.microsoft.com/office/drawing/2014/main" id="{3FB8BBE6-448A-42AE-9933-59CC5A1C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1" y="1695450"/>
            <a:ext cx="1042988" cy="25717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356B"/>
            </a:solidFill>
            <a:prstDash val="solid"/>
          </a:ln>
        </p:spPr>
      </p:sp>
      <p:sp>
        <p:nvSpPr>
          <p:cNvPr id="8" name="rec-full-head-USUARIOS">
            <a:extLst xmlns:a="http://schemas.openxmlformats.org/drawingml/2006/main">
              <a:ext uri="{FF2B5EF4-FFF2-40B4-BE49-F238E27FC236}">
                <a16:creationId xmlns:a16="http://schemas.microsoft.com/office/drawing/2014/main" id="{D89A0483-70B8-4091-AA8B-0D9418EF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1" y="1695450"/>
            <a:ext cx="1042988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56B"/>
          </a:solidFill>
          <a:ln xmlns:a="http://schemas.openxmlformats.org/drawingml/2006/main" w="9525">
            <a:solidFill>
              <a:srgbClr val="12356B"/>
            </a:solidFill>
            <a:prstDash val="solid"/>
          </a:ln>
        </p:spPr>
      </p:sp>
      <p:sp>
        <p:nvSpPr>
          <p:cNvPr id="9" name="rec-full-title-USUARIOS">
            <a:extLst xmlns:a="http://schemas.openxmlformats.org/drawingml/2006/main">
              <a:ext uri="{FF2B5EF4-FFF2-40B4-BE49-F238E27FC236}">
                <a16:creationId xmlns:a16="http://schemas.microsoft.com/office/drawing/2014/main" id="{E6720D4E-1B61-419B-A1AB-A0CCE831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335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USUARIOS</a:t>
            </a:r>
          </a:p>
        </p:txBody>
      </p:sp>
      <p:sp>
        <p:nvSpPr>
          <p:cNvPr id="10" name="rec-full-fields-USUARIOS-0">
            <a:extLst xmlns:a="http://schemas.openxmlformats.org/drawingml/2006/main">
              <a:ext uri="{FF2B5EF4-FFF2-40B4-BE49-F238E27FC236}">
                <a16:creationId xmlns:a16="http://schemas.microsoft.com/office/drawing/2014/main" id="{3972EBE5-5D6C-42E4-8575-3A850957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919163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_id · PK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nombre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ap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am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username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email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password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telefono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preguntaSecreta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respuestaSecreta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rol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direcciones[]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</a:p>
        </p:txBody>
      </p:sp>
      <p:sp>
        <p:nvSpPr>
          <p:cNvPr id="11" name="rec-full-fields-USUARIOS-1">
            <a:extLst xmlns:a="http://schemas.openxmlformats.org/drawingml/2006/main">
              <a:ext uri="{FF2B5EF4-FFF2-40B4-BE49-F238E27FC236}">
                <a16:creationId xmlns:a16="http://schemas.microsoft.com/office/drawing/2014/main" id="{3EF62BD6-EB56-4D70-BD9C-CB4A0C02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3" y="2028825"/>
            <a:ext cx="919163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</a:p>
        </p:txBody>
      </p:sp>
      <p:sp>
        <p:nvSpPr>
          <p:cNvPr id="13" name="rec-full-PEDIDOS">
            <a:extLst xmlns:a="http://schemas.openxmlformats.org/drawingml/2006/main">
              <a:ext uri="{FF2B5EF4-FFF2-40B4-BE49-F238E27FC236}">
                <a16:creationId xmlns:a16="http://schemas.microsoft.com/office/drawing/2014/main" id="{5D245B37-0E09-46EB-B19E-3874D250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695450"/>
            <a:ext cx="947737" cy="25717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356B"/>
            </a:solidFill>
            <a:prstDash val="solid"/>
          </a:ln>
        </p:spPr>
      </p:sp>
      <p:sp>
        <p:nvSpPr>
          <p:cNvPr id="14" name="rec-full-head-PEDIDOS">
            <a:extLst xmlns:a="http://schemas.openxmlformats.org/drawingml/2006/main">
              <a:ext uri="{FF2B5EF4-FFF2-40B4-BE49-F238E27FC236}">
                <a16:creationId xmlns:a16="http://schemas.microsoft.com/office/drawing/2014/main" id="{921AC532-B473-4880-975E-18902BB3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695450"/>
            <a:ext cx="947737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56B"/>
          </a:solidFill>
          <a:ln xmlns:a="http://schemas.openxmlformats.org/drawingml/2006/main" w="9525">
            <a:solidFill>
              <a:srgbClr val="12356B"/>
            </a:solidFill>
            <a:prstDash val="solid"/>
          </a:ln>
        </p:spPr>
      </p:sp>
      <p:sp>
        <p:nvSpPr>
          <p:cNvPr id="15" name="rec-full-title-PEDIDOS">
            <a:extLst xmlns:a="http://schemas.openxmlformats.org/drawingml/2006/main">
              <a:ext uri="{FF2B5EF4-FFF2-40B4-BE49-F238E27FC236}">
                <a16:creationId xmlns:a16="http://schemas.microsoft.com/office/drawing/2014/main" id="{A7C317AE-22C5-4426-8E7D-8EEAA32D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335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PEDIDOS</a:t>
            </a:r>
          </a:p>
        </p:txBody>
      </p:sp>
      <p:sp>
        <p:nvSpPr>
          <p:cNvPr id="16" name="rec-full-fields-PEDIDOS-0">
            <a:extLst xmlns:a="http://schemas.openxmlformats.org/drawingml/2006/main">
              <a:ext uri="{FF2B5EF4-FFF2-40B4-BE49-F238E27FC236}">
                <a16:creationId xmlns:a16="http://schemas.microsoft.com/office/drawing/2014/main" id="{9B2AF5CF-3F2F-40BA-A113-A8822305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28825"/>
            <a:ext cx="919163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_id · PK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usuario</a:t>
            </a:r>
            <a:r>
              <a:rPr sz="638" b="0">
                <a:solidFill>
                  <a:srgbClr val="1F2937"/>
                </a:solidFill>
              </a:rPr>
              <a:t> · FK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productos</a:t>
            </a:r>
            <a:r>
              <a:rPr sz="638" b="0">
                <a:solidFill>
                  <a:srgbClr val="1F2937"/>
                </a:solidFill>
              </a:rPr>
              <a:t>[]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metodoPago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total</a:t>
            </a:r>
            <a:br/>
            <a:r>
              <a:rPr sz="638" b="0">
                <a:solidFill>
                  <a:srgbClr val="1F2937"/>
                </a:solidFill>
              </a:rPr>
              <a:t>estado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costoEnvio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fecha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createdAt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updatedAt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</a:p>
        </p:txBody>
      </p:sp>
      <p:sp>
        <p:nvSpPr>
          <p:cNvPr id="17" name="rec-full-fields-PEDIDOS-1">
            <a:extLst xmlns:a="http://schemas.openxmlformats.org/drawingml/2006/main">
              <a:ext uri="{FF2B5EF4-FFF2-40B4-BE49-F238E27FC236}">
                <a16:creationId xmlns:a16="http://schemas.microsoft.com/office/drawing/2014/main" id="{91835D16-E1C7-428B-8E3D-DFB098BD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338" y="2028825"/>
            <a:ext cx="919163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</a:p>
        </p:txBody>
      </p:sp>
      <p:sp>
        <p:nvSpPr>
          <p:cNvPr id="19" name="rec-full-PRODUCTOS">
            <a:extLst xmlns:a="http://schemas.openxmlformats.org/drawingml/2006/main">
              <a:ext uri="{FF2B5EF4-FFF2-40B4-BE49-F238E27FC236}">
                <a16:creationId xmlns:a16="http://schemas.microsoft.com/office/drawing/2014/main" id="{FAFE071F-BE51-4F9D-858F-6F33070B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38481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356B"/>
            </a:solidFill>
            <a:prstDash val="solid"/>
          </a:ln>
        </p:spPr>
      </p:sp>
      <p:sp>
        <p:nvSpPr>
          <p:cNvPr id="20" name="rec-full-head-PRODUCTOS">
            <a:extLst xmlns:a="http://schemas.openxmlformats.org/drawingml/2006/main">
              <a:ext uri="{FF2B5EF4-FFF2-40B4-BE49-F238E27FC236}">
                <a16:creationId xmlns:a16="http://schemas.microsoft.com/office/drawing/2014/main" id="{AC673261-113F-411E-A610-EC1D7723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38481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56B"/>
          </a:solidFill>
          <a:ln xmlns:a="http://schemas.openxmlformats.org/drawingml/2006/main" w="9525">
            <a:solidFill>
              <a:srgbClr val="12356B"/>
            </a:solidFill>
            <a:prstDash val="solid"/>
          </a:ln>
        </p:spPr>
      </p:sp>
      <p:sp>
        <p:nvSpPr>
          <p:cNvPr id="21" name="rec-full-title-PRODUCTOS">
            <a:extLst xmlns:a="http://schemas.openxmlformats.org/drawingml/2006/main">
              <a:ext uri="{FF2B5EF4-FFF2-40B4-BE49-F238E27FC236}">
                <a16:creationId xmlns:a16="http://schemas.microsoft.com/office/drawing/2014/main" id="{457B654E-8A26-4D38-BDC8-9B1E9111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19600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PRODUCTOS</a:t>
            </a:r>
          </a:p>
        </p:txBody>
      </p:sp>
      <p:sp>
        <p:nvSpPr>
          <p:cNvPr id="22" name="rec-full-fields-PRODUCTOS-0">
            <a:extLst xmlns:a="http://schemas.openxmlformats.org/drawingml/2006/main">
              <a:ext uri="{FF2B5EF4-FFF2-40B4-BE49-F238E27FC236}">
                <a16:creationId xmlns:a16="http://schemas.microsoft.com/office/drawing/2014/main" id="{15C7BF2B-7AEA-4497-A9F3-BB24DF78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177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_id · PK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nombre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descripcion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precioNormal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skuNormal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precioMayoreo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skuMayoreo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precioCaja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skuCaja</a:t>
            </a:r>
          </a:p>
        </p:txBody>
      </p:sp>
      <p:sp>
        <p:nvSpPr>
          <p:cNvPr id="23" name="rec-full-fields-PRODUCTOS-1">
            <a:extLst xmlns:a="http://schemas.openxmlformats.org/drawingml/2006/main">
              <a:ext uri="{FF2B5EF4-FFF2-40B4-BE49-F238E27FC236}">
                <a16:creationId xmlns:a16="http://schemas.microsoft.com/office/drawing/2014/main" id="{7F5BD41D-2C20-4E39-89C0-5FFEE74A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14875"/>
            <a:ext cx="177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stock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marca · FK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familia · FK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activo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imagenUrl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createdAt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updatedAt</a:t>
            </a:r>
          </a:p>
          <a:p xmlns:a="http://schemas.openxmlformats.org/drawingml/2006/main"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__v</a:t>
            </a:r>
          </a:p>
        </p:txBody>
      </p:sp>
      <p:sp>
        <p:nvSpPr>
          <p:cNvPr id="24" name="rec-full-divider-PRODUCTOS-1">
            <a:extLst xmlns:a="http://schemas.openxmlformats.org/drawingml/2006/main">
              <a:ext uri="{FF2B5EF4-FFF2-40B4-BE49-F238E27FC236}">
                <a16:creationId xmlns:a16="http://schemas.microsoft.com/office/drawing/2014/main" id="{3B404D40-0396-4504-860C-82A3706F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05350"/>
            <a:ext cx="95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25" name="rec-keys-legend">
            <a:extLst xmlns:a="http://schemas.openxmlformats.org/drawingml/2006/main">
              <a:ext uri="{FF2B5EF4-FFF2-40B4-BE49-F238E27FC236}">
                <a16:creationId xmlns:a16="http://schemas.microsoft.com/office/drawing/2014/main" id="{8A4BEE7F-9B57-48DD-9C9F-D6EDC242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38481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7FA0D8"/>
            </a:solidFill>
            <a:prstDash val="solid"/>
          </a:ln>
        </p:spPr>
      </p:sp>
      <p:sp>
        <p:nvSpPr>
          <p:cNvPr id="26" name="rec-keys-legend-text">
            <a:extLst xmlns:a="http://schemas.openxmlformats.org/drawingml/2006/main">
              <a:ext uri="{FF2B5EF4-FFF2-40B4-BE49-F238E27FC236}">
                <a16:creationId xmlns:a16="http://schemas.microsoft.com/office/drawing/2014/main" id="{EFE1F3EA-18C4-448D-A47E-49A9C58A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3733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2356B"/>
                </a:solidFill>
              </a:defRPr>
            </a:pPr>
            <a:r>
              <a:rPr sz="750" b="1">
                <a:solidFill>
                  <a:srgbClr val="12356B"/>
                </a:solidFill>
              </a:rPr>
              <a:t>PK: _id   ·   FK: ObjectId   ·   [ ]: arreglo   ·   ↳: campo anidado</a:t>
            </a:r>
          </a:p>
        </p:txBody>
      </p:sp>
      <p:sp>
        <p:nvSpPr>
          <p:cNvPr id="27" name="rec-flow-arrow">
            <a:extLst xmlns:a="http://schemas.openxmlformats.org/drawingml/2006/main">
              <a:ext uri="{FF2B5EF4-FFF2-40B4-BE49-F238E27FC236}">
                <a16:creationId xmlns:a16="http://schemas.microsoft.com/office/drawing/2014/main" id="{6C35A65F-2F06-4348-8D49-A93F31D2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80010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2C7"/>
          </a:solidFill>
          <a:ln xmlns:a="http://schemas.openxmlformats.org/drawingml/2006/main" w="9525">
            <a:solidFill>
              <a:srgbClr val="2F62C7"/>
            </a:solidFill>
            <a:prstDash val="solid"/>
          </a:ln>
        </p:spPr>
      </p:sp>
      <p:sp>
        <p:nvSpPr>
          <p:cNvPr id="28" name="rec-flow-caption">
            <a:extLst xmlns:a="http://schemas.openxmlformats.org/drawingml/2006/main">
              <a:ext uri="{FF2B5EF4-FFF2-40B4-BE49-F238E27FC236}">
                <a16:creationId xmlns:a16="http://schemas.microsoft.com/office/drawing/2014/main" id="{D95074A5-2029-4604-9CC9-9037D1EB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24250"/>
            <a:ext cx="1000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2356B"/>
                </a:solidFill>
              </a:defRPr>
            </a:pPr>
            <a:r>
              <a:rPr sz="1125" b="1">
                <a:solidFill>
                  <a:srgbClr val="12356B"/>
                </a:solidFill>
              </a:rPr>
              <a:t>Extracción, unión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2356B"/>
                </a:solidFill>
              </a:defRPr>
            </a:pPr>
            <a:r>
              <a:rPr sz="1125" b="1">
                <a:solidFill>
                  <a:srgbClr val="12356B"/>
                </a:solidFill>
              </a:rPr>
              <a:t>y codificación</a:t>
            </a:r>
          </a:p>
        </p:txBody>
      </p:sp>
      <p:sp>
        <p:nvSpPr>
          <p:cNvPr id="29" name="rec-dataset-panel">
            <a:extLst xmlns:a="http://schemas.openxmlformats.org/drawingml/2006/main">
              <a:ext uri="{FF2B5EF4-FFF2-40B4-BE49-F238E27FC236}">
                <a16:creationId xmlns:a16="http://schemas.microsoft.com/office/drawing/2014/main" id="{E2AB7EEC-0259-4024-886B-8543A0F9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5667375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7643A"/>
            </a:solidFill>
            <a:prstDash val="solid"/>
          </a:ln>
        </p:spPr>
      </p:sp>
      <p:sp>
        <p:nvSpPr>
          <p:cNvPr id="30" name="rec-dataset-banner">
            <a:extLst xmlns:a="http://schemas.openxmlformats.org/drawingml/2006/main">
              <a:ext uri="{FF2B5EF4-FFF2-40B4-BE49-F238E27FC236}">
                <a16:creationId xmlns:a16="http://schemas.microsoft.com/office/drawing/2014/main" id="{734764AA-8177-4ECF-8CC2-AF0ACD2E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81100"/>
            <a:ext cx="261937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5EC"/>
          </a:solidFill>
          <a:ln xmlns:a="http://schemas.openxmlformats.org/drawingml/2006/main" w="0">
            <a:solidFill>
              <a:srgbClr val="EAF5EC"/>
            </a:solidFill>
            <a:prstDash val="solid"/>
          </a:ln>
        </p:spPr>
      </p:sp>
      <p:sp>
        <p:nvSpPr>
          <p:cNvPr id="31" name="rec-dataset-banner-text">
            <a:extLst xmlns:a="http://schemas.openxmlformats.org/drawingml/2006/main">
              <a:ext uri="{FF2B5EF4-FFF2-40B4-BE49-F238E27FC236}">
                <a16:creationId xmlns:a16="http://schemas.microsoft.com/office/drawing/2014/main" id="{83C14C30-5C60-41FE-9DC4-F3C1F701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6682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7643A"/>
                </a:solidFill>
              </a:defRPr>
            </a:pPr>
            <a:r>
              <a:rPr sz="1425" b="1">
                <a:solidFill>
                  <a:srgbClr val="27643A"/>
                </a:solidFill>
              </a:rPr>
              <a:t>▦  DATASET DE INTERACCIONES</a:t>
            </a:r>
          </a:p>
        </p:txBody>
      </p:sp>
      <p:sp>
        <p:nvSpPr>
          <p:cNvPr id="32" name="rec-x-label">
            <a:extLst xmlns:a="http://schemas.openxmlformats.org/drawingml/2006/main">
              <a:ext uri="{FF2B5EF4-FFF2-40B4-BE49-F238E27FC236}">
                <a16:creationId xmlns:a16="http://schemas.microsoft.com/office/drawing/2014/main" id="{051D684C-965B-4A83-8CDA-BF41F3F4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7643A"/>
                </a:solidFill>
              </a:defRPr>
            </a:pPr>
            <a:r>
              <a:rPr sz="1200" b="1">
                <a:solidFill>
                  <a:srgbClr val="27643A"/>
                </a:solidFill>
              </a:rPr>
              <a:t>Datos utilizados para comparar productos</a:t>
            </a:r>
          </a:p>
        </p:txBody>
      </p:sp>
      <p:sp>
        <p:nvSpPr>
          <p:cNvPr id="33" name="rec-table-header-0">
            <a:extLst xmlns:a="http://schemas.openxmlformats.org/drawingml/2006/main">
              <a:ext uri="{FF2B5EF4-FFF2-40B4-BE49-F238E27FC236}">
                <a16:creationId xmlns:a16="http://schemas.microsoft.com/office/drawing/2014/main" id="{84091FF6-CC17-4151-99D6-43B477F1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34" name="rec-table-header-text-0">
            <a:extLst xmlns:a="http://schemas.openxmlformats.org/drawingml/2006/main">
              <a:ext uri="{FF2B5EF4-FFF2-40B4-BE49-F238E27FC236}">
                <a16:creationId xmlns:a16="http://schemas.microsoft.com/office/drawing/2014/main" id="{55E145B6-C1A3-4BBD-B65D-96571325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pedido</a:t>
            </a:r>
          </a:p>
        </p:txBody>
      </p:sp>
      <p:sp>
        <p:nvSpPr>
          <p:cNvPr id="35" name="rec-table-header-1">
            <a:extLst xmlns:a="http://schemas.openxmlformats.org/drawingml/2006/main">
              <a:ext uri="{FF2B5EF4-FFF2-40B4-BE49-F238E27FC236}">
                <a16:creationId xmlns:a16="http://schemas.microsoft.com/office/drawing/2014/main" id="{C2180131-45F3-4939-B70C-01D8B052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36" name="rec-table-header-text-1">
            <a:extLst xmlns:a="http://schemas.openxmlformats.org/drawingml/2006/main">
              <a:ext uri="{FF2B5EF4-FFF2-40B4-BE49-F238E27FC236}">
                <a16:creationId xmlns:a16="http://schemas.microsoft.com/office/drawing/2014/main" id="{E0D6B734-561F-46F4-980E-24B234BD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usuario</a:t>
            </a:r>
          </a:p>
        </p:txBody>
      </p:sp>
      <p:sp>
        <p:nvSpPr>
          <p:cNvPr id="37" name="rec-table-header-2">
            <a:extLst xmlns:a="http://schemas.openxmlformats.org/drawingml/2006/main">
              <a:ext uri="{FF2B5EF4-FFF2-40B4-BE49-F238E27FC236}">
                <a16:creationId xmlns:a16="http://schemas.microsoft.com/office/drawing/2014/main" id="{ED46F54C-C959-4B04-B489-2F5C720A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3835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38" name="rec-table-header-text-2">
            <a:extLst xmlns:a="http://schemas.openxmlformats.org/drawingml/2006/main">
              <a:ext uri="{FF2B5EF4-FFF2-40B4-BE49-F238E27FC236}">
                <a16:creationId xmlns:a16="http://schemas.microsoft.com/office/drawing/2014/main" id="{304CA602-0038-4AAD-A645-98ED8934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producto</a:t>
            </a:r>
          </a:p>
        </p:txBody>
      </p:sp>
      <p:sp>
        <p:nvSpPr>
          <p:cNvPr id="39" name="rec-table-header-3">
            <a:extLst xmlns:a="http://schemas.openxmlformats.org/drawingml/2006/main">
              <a:ext uri="{FF2B5EF4-FFF2-40B4-BE49-F238E27FC236}">
                <a16:creationId xmlns:a16="http://schemas.microsoft.com/office/drawing/2014/main" id="{A8037061-F93B-46B4-A62D-B4E5BB21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383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40" name="rec-table-header-text-3">
            <a:extLst xmlns:a="http://schemas.openxmlformats.org/drawingml/2006/main">
              <a:ext uri="{FF2B5EF4-FFF2-40B4-BE49-F238E27FC236}">
                <a16:creationId xmlns:a16="http://schemas.microsoft.com/office/drawing/2014/main" id="{1194E9D9-09D7-498E-A210-F0F45E47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cant.</a:t>
            </a:r>
          </a:p>
        </p:txBody>
      </p:sp>
      <p:sp>
        <p:nvSpPr>
          <p:cNvPr id="41" name="rec-table-header-4">
            <a:extLst xmlns:a="http://schemas.openxmlformats.org/drawingml/2006/main">
              <a:ext uri="{FF2B5EF4-FFF2-40B4-BE49-F238E27FC236}">
                <a16:creationId xmlns:a16="http://schemas.microsoft.com/office/drawing/2014/main" id="{8ED6BD64-6451-4303-ADB3-C5FF6456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42" name="rec-table-header-text-4">
            <a:extLst xmlns:a="http://schemas.openxmlformats.org/drawingml/2006/main">
              <a:ext uri="{FF2B5EF4-FFF2-40B4-BE49-F238E27FC236}">
                <a16:creationId xmlns:a16="http://schemas.microsoft.com/office/drawing/2014/main" id="{76A6F605-507D-4E15-A6A9-A2741A13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fecha</a:t>
            </a:r>
          </a:p>
        </p:txBody>
      </p:sp>
      <p:sp>
        <p:nvSpPr>
          <p:cNvPr id="43" name="rec-table-header-5">
            <a:extLst xmlns:a="http://schemas.openxmlformats.org/drawingml/2006/main">
              <a:ext uri="{FF2B5EF4-FFF2-40B4-BE49-F238E27FC236}">
                <a16:creationId xmlns:a16="http://schemas.microsoft.com/office/drawing/2014/main" id="{847E2748-A9E5-4F38-9FE1-E91DCDB1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38350"/>
            <a:ext cx="1152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44" name="rec-table-header-text-5">
            <a:extLst xmlns:a="http://schemas.openxmlformats.org/drawingml/2006/main">
              <a:ext uri="{FF2B5EF4-FFF2-40B4-BE49-F238E27FC236}">
                <a16:creationId xmlns:a16="http://schemas.microsoft.com/office/drawing/2014/main" id="{89ABDD72-0EBF-43A6-8CAE-F8C98DED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095500"/>
            <a:ext cx="1076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estado</a:t>
            </a:r>
          </a:p>
        </p:txBody>
      </p:sp>
      <p:sp>
        <p:nvSpPr>
          <p:cNvPr id="45" name="rec-table-cell-0-0">
            <a:extLst xmlns:a="http://schemas.openxmlformats.org/drawingml/2006/main">
              <a:ext uri="{FF2B5EF4-FFF2-40B4-BE49-F238E27FC236}">
                <a16:creationId xmlns:a16="http://schemas.microsoft.com/office/drawing/2014/main" id="{37A71465-77A9-4AEE-A7FD-A30A5BCE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46" name="rec-table-cell-text-0-0">
            <a:extLst xmlns:a="http://schemas.openxmlformats.org/drawingml/2006/main">
              <a:ext uri="{FF2B5EF4-FFF2-40B4-BE49-F238E27FC236}">
                <a16:creationId xmlns:a16="http://schemas.microsoft.com/office/drawing/2014/main" id="{F80AADA1-5993-4A62-8FBC-EFB47016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66975"/>
            <a:ext cx="685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PED01</a:t>
            </a:r>
          </a:p>
        </p:txBody>
      </p:sp>
      <p:sp>
        <p:nvSpPr>
          <p:cNvPr id="47" name="rec-table-cell-0-1">
            <a:extLst xmlns:a="http://schemas.openxmlformats.org/drawingml/2006/main">
              <a:ext uri="{FF2B5EF4-FFF2-40B4-BE49-F238E27FC236}">
                <a16:creationId xmlns:a16="http://schemas.microsoft.com/office/drawing/2014/main" id="{DDFB3670-FE31-4F36-8DDE-54BFEAAA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0030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48" name="rec-table-cell-text-0-1">
            <a:extLst xmlns:a="http://schemas.openxmlformats.org/drawingml/2006/main">
              <a:ext uri="{FF2B5EF4-FFF2-40B4-BE49-F238E27FC236}">
                <a16:creationId xmlns:a16="http://schemas.microsoft.com/office/drawing/2014/main" id="{B5CB0A7C-592B-4F0E-8AF1-4E496C33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66975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U001</a:t>
            </a:r>
          </a:p>
        </p:txBody>
      </p:sp>
      <p:sp>
        <p:nvSpPr>
          <p:cNvPr id="49" name="rec-table-cell-0-2">
            <a:extLst xmlns:a="http://schemas.openxmlformats.org/drawingml/2006/main">
              <a:ext uri="{FF2B5EF4-FFF2-40B4-BE49-F238E27FC236}">
                <a16:creationId xmlns:a16="http://schemas.microsoft.com/office/drawing/2014/main" id="{9267E526-DC84-4D9C-A521-8DFBB941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0" name="rec-table-cell-text-0-2">
            <a:extLst xmlns:a="http://schemas.openxmlformats.org/drawingml/2006/main">
              <a:ext uri="{FF2B5EF4-FFF2-40B4-BE49-F238E27FC236}">
                <a16:creationId xmlns:a16="http://schemas.microsoft.com/office/drawing/2014/main" id="{7BE051F7-7FEF-4896-A22F-A0BDBE22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4669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P001</a:t>
            </a:r>
          </a:p>
        </p:txBody>
      </p:sp>
      <p:sp>
        <p:nvSpPr>
          <p:cNvPr id="51" name="rec-table-cell-0-3">
            <a:extLst xmlns:a="http://schemas.openxmlformats.org/drawingml/2006/main">
              <a:ext uri="{FF2B5EF4-FFF2-40B4-BE49-F238E27FC236}">
                <a16:creationId xmlns:a16="http://schemas.microsoft.com/office/drawing/2014/main" id="{213B670C-505E-4E84-803B-B4B40B0B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030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2" name="rec-table-cell-text-0-3">
            <a:extLst xmlns:a="http://schemas.openxmlformats.org/drawingml/2006/main">
              <a:ext uri="{FF2B5EF4-FFF2-40B4-BE49-F238E27FC236}">
                <a16:creationId xmlns:a16="http://schemas.microsoft.com/office/drawing/2014/main" id="{E9353007-9B21-472A-9106-DCA170FE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6697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53" name="rec-table-cell-0-4">
            <a:extLst xmlns:a="http://schemas.openxmlformats.org/drawingml/2006/main">
              <a:ext uri="{FF2B5EF4-FFF2-40B4-BE49-F238E27FC236}">
                <a16:creationId xmlns:a16="http://schemas.microsoft.com/office/drawing/2014/main" id="{CE986CEF-8C11-4E84-8ADD-6776BE6B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4" name="rec-table-cell-text-0-4">
            <a:extLst xmlns:a="http://schemas.openxmlformats.org/drawingml/2006/main">
              <a:ext uri="{FF2B5EF4-FFF2-40B4-BE49-F238E27FC236}">
                <a16:creationId xmlns:a16="http://schemas.microsoft.com/office/drawing/2014/main" id="{421F8BE1-59C0-4AA7-BCF3-C35F7BD1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466975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12/06</a:t>
            </a:r>
          </a:p>
        </p:txBody>
      </p:sp>
      <p:sp>
        <p:nvSpPr>
          <p:cNvPr id="55" name="rec-table-cell-0-5">
            <a:extLst xmlns:a="http://schemas.openxmlformats.org/drawingml/2006/main">
              <a:ext uri="{FF2B5EF4-FFF2-40B4-BE49-F238E27FC236}">
                <a16:creationId xmlns:a16="http://schemas.microsoft.com/office/drawing/2014/main" id="{426C3C14-7BC4-42D2-B03B-707565F5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00300"/>
            <a:ext cx="1152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6" name="rec-table-cell-text-0-5">
            <a:extLst xmlns:a="http://schemas.openxmlformats.org/drawingml/2006/main">
              <a:ext uri="{FF2B5EF4-FFF2-40B4-BE49-F238E27FC236}">
                <a16:creationId xmlns:a16="http://schemas.microsoft.com/office/drawing/2014/main" id="{EC4D147E-5F05-4B39-AD90-C00FDF47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46697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Entregado</a:t>
            </a:r>
          </a:p>
        </p:txBody>
      </p:sp>
      <p:sp>
        <p:nvSpPr>
          <p:cNvPr id="57" name="rec-table-cell-1-0">
            <a:extLst xmlns:a="http://schemas.openxmlformats.org/drawingml/2006/main">
              <a:ext uri="{FF2B5EF4-FFF2-40B4-BE49-F238E27FC236}">
                <a16:creationId xmlns:a16="http://schemas.microsoft.com/office/drawing/2014/main" id="{8202C97F-67B4-4E9D-A4CE-E2ACE5C3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8" name="rec-table-cell-text-1-0">
            <a:extLst xmlns:a="http://schemas.openxmlformats.org/drawingml/2006/main">
              <a:ext uri="{FF2B5EF4-FFF2-40B4-BE49-F238E27FC236}">
                <a16:creationId xmlns:a16="http://schemas.microsoft.com/office/drawing/2014/main" id="{508A9AEF-3A6F-4A06-8072-E5F8192B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28925"/>
            <a:ext cx="685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PED01</a:t>
            </a:r>
          </a:p>
        </p:txBody>
      </p:sp>
      <p:sp>
        <p:nvSpPr>
          <p:cNvPr id="59" name="rec-table-cell-1-1">
            <a:extLst xmlns:a="http://schemas.openxmlformats.org/drawingml/2006/main">
              <a:ext uri="{FF2B5EF4-FFF2-40B4-BE49-F238E27FC236}">
                <a16:creationId xmlns:a16="http://schemas.microsoft.com/office/drawing/2014/main" id="{275905D5-09D0-4C0D-A21C-8CFC770B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622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0" name="rec-table-cell-text-1-1">
            <a:extLst xmlns:a="http://schemas.openxmlformats.org/drawingml/2006/main">
              <a:ext uri="{FF2B5EF4-FFF2-40B4-BE49-F238E27FC236}">
                <a16:creationId xmlns:a16="http://schemas.microsoft.com/office/drawing/2014/main" id="{80669EFC-6311-4941-9D51-1CE2CDBC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28925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U001</a:t>
            </a:r>
          </a:p>
        </p:txBody>
      </p:sp>
      <p:sp>
        <p:nvSpPr>
          <p:cNvPr id="61" name="rec-table-cell-1-2">
            <a:extLst xmlns:a="http://schemas.openxmlformats.org/drawingml/2006/main">
              <a:ext uri="{FF2B5EF4-FFF2-40B4-BE49-F238E27FC236}">
                <a16:creationId xmlns:a16="http://schemas.microsoft.com/office/drawing/2014/main" id="{FCE7760B-9452-4FAD-9920-38C59069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2" name="rec-table-cell-text-1-2">
            <a:extLst xmlns:a="http://schemas.openxmlformats.org/drawingml/2006/main">
              <a:ext uri="{FF2B5EF4-FFF2-40B4-BE49-F238E27FC236}">
                <a16:creationId xmlns:a16="http://schemas.microsoft.com/office/drawing/2014/main" id="{8BB0CCDA-72D2-46D8-AC1F-3AF41F68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82892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P004</a:t>
            </a:r>
          </a:p>
        </p:txBody>
      </p:sp>
      <p:sp>
        <p:nvSpPr>
          <p:cNvPr id="63" name="rec-table-cell-1-3">
            <a:extLst xmlns:a="http://schemas.openxmlformats.org/drawingml/2006/main">
              <a:ext uri="{FF2B5EF4-FFF2-40B4-BE49-F238E27FC236}">
                <a16:creationId xmlns:a16="http://schemas.microsoft.com/office/drawing/2014/main" id="{03006081-C1D2-45F5-A372-2C8D6E99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622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4" name="rec-table-cell-text-1-3">
            <a:extLst xmlns:a="http://schemas.openxmlformats.org/drawingml/2006/main">
              <a:ext uri="{FF2B5EF4-FFF2-40B4-BE49-F238E27FC236}">
                <a16:creationId xmlns:a16="http://schemas.microsoft.com/office/drawing/2014/main" id="{19B83E48-7F08-4F5A-9740-F8B459A3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289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65" name="rec-table-cell-1-4">
            <a:extLst xmlns:a="http://schemas.openxmlformats.org/drawingml/2006/main">
              <a:ext uri="{FF2B5EF4-FFF2-40B4-BE49-F238E27FC236}">
                <a16:creationId xmlns:a16="http://schemas.microsoft.com/office/drawing/2014/main" id="{86ABB5B5-A135-45C8-82E0-D320668E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6225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6" name="rec-table-cell-text-1-4">
            <a:extLst xmlns:a="http://schemas.openxmlformats.org/drawingml/2006/main">
              <a:ext uri="{FF2B5EF4-FFF2-40B4-BE49-F238E27FC236}">
                <a16:creationId xmlns:a16="http://schemas.microsoft.com/office/drawing/2014/main" id="{B2696187-2719-41C8-98D7-D0FB26DD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828925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12/06</a:t>
            </a:r>
          </a:p>
        </p:txBody>
      </p:sp>
      <p:sp>
        <p:nvSpPr>
          <p:cNvPr id="67" name="rec-table-cell-1-5">
            <a:extLst xmlns:a="http://schemas.openxmlformats.org/drawingml/2006/main">
              <a:ext uri="{FF2B5EF4-FFF2-40B4-BE49-F238E27FC236}">
                <a16:creationId xmlns:a16="http://schemas.microsoft.com/office/drawing/2014/main" id="{59F8911D-6D4A-416A-AF8D-01DD660D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62250"/>
            <a:ext cx="1152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8" name="rec-table-cell-text-1-5">
            <a:extLst xmlns:a="http://schemas.openxmlformats.org/drawingml/2006/main">
              <a:ext uri="{FF2B5EF4-FFF2-40B4-BE49-F238E27FC236}">
                <a16:creationId xmlns:a16="http://schemas.microsoft.com/office/drawing/2014/main" id="{9661FE2D-2EDE-4F71-BDB8-13EC3139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8289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Entregado</a:t>
            </a:r>
          </a:p>
        </p:txBody>
      </p:sp>
      <p:sp>
        <p:nvSpPr>
          <p:cNvPr id="69" name="rec-table-cell-2-0">
            <a:extLst xmlns:a="http://schemas.openxmlformats.org/drawingml/2006/main">
              <a:ext uri="{FF2B5EF4-FFF2-40B4-BE49-F238E27FC236}">
                <a16:creationId xmlns:a16="http://schemas.microsoft.com/office/drawing/2014/main" id="{4B4E60F1-6E53-4C7B-8C6E-64F93961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0" name="rec-table-cell-text-2-0">
            <a:extLst xmlns:a="http://schemas.openxmlformats.org/drawingml/2006/main">
              <a:ext uri="{FF2B5EF4-FFF2-40B4-BE49-F238E27FC236}">
                <a16:creationId xmlns:a16="http://schemas.microsoft.com/office/drawing/2014/main" id="{F6129E3A-7B5D-4055-A75B-F9680A03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90875"/>
            <a:ext cx="685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PED02</a:t>
            </a:r>
          </a:p>
        </p:txBody>
      </p:sp>
      <p:sp>
        <p:nvSpPr>
          <p:cNvPr id="71" name="rec-table-cell-2-1">
            <a:extLst xmlns:a="http://schemas.openxmlformats.org/drawingml/2006/main">
              <a:ext uri="{FF2B5EF4-FFF2-40B4-BE49-F238E27FC236}">
                <a16:creationId xmlns:a16="http://schemas.microsoft.com/office/drawing/2014/main" id="{369291F2-433B-4EB6-8EC6-A4FFDA16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2420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2" name="rec-table-cell-text-2-1">
            <a:extLst xmlns:a="http://schemas.openxmlformats.org/drawingml/2006/main">
              <a:ext uri="{FF2B5EF4-FFF2-40B4-BE49-F238E27FC236}">
                <a16:creationId xmlns:a16="http://schemas.microsoft.com/office/drawing/2014/main" id="{3C95DE86-2EBF-4CF6-A971-961483FA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190875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U002</a:t>
            </a:r>
          </a:p>
        </p:txBody>
      </p:sp>
      <p:sp>
        <p:nvSpPr>
          <p:cNvPr id="73" name="rec-table-cell-2-2">
            <a:extLst xmlns:a="http://schemas.openxmlformats.org/drawingml/2006/main">
              <a:ext uri="{FF2B5EF4-FFF2-40B4-BE49-F238E27FC236}">
                <a16:creationId xmlns:a16="http://schemas.microsoft.com/office/drawing/2014/main" id="{7F6142C1-A816-4432-B699-189864F2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242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4" name="rec-table-cell-text-2-2">
            <a:extLst xmlns:a="http://schemas.openxmlformats.org/drawingml/2006/main">
              <a:ext uri="{FF2B5EF4-FFF2-40B4-BE49-F238E27FC236}">
                <a16:creationId xmlns:a16="http://schemas.microsoft.com/office/drawing/2014/main" id="{60DDBD48-DC45-48BB-BA40-4F83EF5F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1908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P001</a:t>
            </a:r>
          </a:p>
        </p:txBody>
      </p:sp>
      <p:sp>
        <p:nvSpPr>
          <p:cNvPr id="75" name="rec-table-cell-2-3">
            <a:extLst xmlns:a="http://schemas.openxmlformats.org/drawingml/2006/main">
              <a:ext uri="{FF2B5EF4-FFF2-40B4-BE49-F238E27FC236}">
                <a16:creationId xmlns:a16="http://schemas.microsoft.com/office/drawing/2014/main" id="{1CDEC9A9-9365-4E9C-91F7-D65B062D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6" name="rec-table-cell-text-2-3">
            <a:extLst xmlns:a="http://schemas.openxmlformats.org/drawingml/2006/main">
              <a:ext uri="{FF2B5EF4-FFF2-40B4-BE49-F238E27FC236}">
                <a16:creationId xmlns:a16="http://schemas.microsoft.com/office/drawing/2014/main" id="{2A1DD6BA-47BD-4E6F-ACBC-BAE0CF0A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19087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77" name="rec-table-cell-2-4">
            <a:extLst xmlns:a="http://schemas.openxmlformats.org/drawingml/2006/main">
              <a:ext uri="{FF2B5EF4-FFF2-40B4-BE49-F238E27FC236}">
                <a16:creationId xmlns:a16="http://schemas.microsoft.com/office/drawing/2014/main" id="{251E2E33-1104-48E3-9FBB-B85642AF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2420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8" name="rec-table-cell-text-2-4">
            <a:extLst xmlns:a="http://schemas.openxmlformats.org/drawingml/2006/main">
              <a:ext uri="{FF2B5EF4-FFF2-40B4-BE49-F238E27FC236}">
                <a16:creationId xmlns:a16="http://schemas.microsoft.com/office/drawing/2014/main" id="{4C5C9763-8548-4528-93EC-8DCC5622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90875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13/06</a:t>
            </a:r>
          </a:p>
        </p:txBody>
      </p:sp>
      <p:sp>
        <p:nvSpPr>
          <p:cNvPr id="79" name="rec-table-cell-2-5">
            <a:extLst xmlns:a="http://schemas.openxmlformats.org/drawingml/2006/main">
              <a:ext uri="{FF2B5EF4-FFF2-40B4-BE49-F238E27FC236}">
                <a16:creationId xmlns:a16="http://schemas.microsoft.com/office/drawing/2014/main" id="{6F19139C-E8B8-468A-9F11-1D1593E9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124200"/>
            <a:ext cx="1152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80" name="rec-table-cell-text-2-5">
            <a:extLst xmlns:a="http://schemas.openxmlformats.org/drawingml/2006/main">
              <a:ext uri="{FF2B5EF4-FFF2-40B4-BE49-F238E27FC236}">
                <a16:creationId xmlns:a16="http://schemas.microsoft.com/office/drawing/2014/main" id="{9D88BFFD-AB3C-4EA6-A800-1E7ACF67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19087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Entregado</a:t>
            </a:r>
          </a:p>
        </p:txBody>
      </p:sp>
      <p:sp>
        <p:nvSpPr>
          <p:cNvPr id="81" name="rec-analysis-callout">
            <a:extLst xmlns:a="http://schemas.openxmlformats.org/drawingml/2006/main">
              <a:ext uri="{FF2B5EF4-FFF2-40B4-BE49-F238E27FC236}">
                <a16:creationId xmlns:a16="http://schemas.microsoft.com/office/drawing/2014/main" id="{9CA7EFE6-4061-45C2-8B14-DCF4F3C6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52950"/>
            <a:ext cx="4981575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4288">
            <a:solidFill>
              <a:srgbClr val="E8B341"/>
            </a:solidFill>
            <a:prstDash val="solid"/>
          </a:ln>
        </p:spPr>
      </p:sp>
      <p:sp>
        <p:nvSpPr>
          <p:cNvPr id="82" name="rec-analysis-icon">
            <a:extLst xmlns:a="http://schemas.openxmlformats.org/drawingml/2006/main">
              <a:ext uri="{FF2B5EF4-FFF2-40B4-BE49-F238E27FC236}">
                <a16:creationId xmlns:a16="http://schemas.microsoft.com/office/drawing/2014/main" id="{E9053469-30D6-4DDF-AAF5-9C6A3D66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95825"/>
            <a:ext cx="52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12356B"/>
                </a:solidFill>
              </a:defRPr>
            </a:pPr>
            <a:r>
              <a:rPr sz="3000" b="1">
                <a:solidFill>
                  <a:srgbClr val="12356B"/>
                </a:solidFill>
              </a:rPr>
              <a:t>◎</a:t>
            </a:r>
          </a:p>
        </p:txBody>
      </p:sp>
      <p:sp>
        <p:nvSpPr>
          <p:cNvPr id="83" name="rec-analysis-title">
            <a:extLst xmlns:a="http://schemas.openxmlformats.org/drawingml/2006/main">
              <a:ext uri="{FF2B5EF4-FFF2-40B4-BE49-F238E27FC236}">
                <a16:creationId xmlns:a16="http://schemas.microsoft.com/office/drawing/2014/main" id="{36E3AA10-1B85-45E5-B8B7-34F490D7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56B"/>
                </a:solidFill>
              </a:defRPr>
            </a:pPr>
            <a:r>
              <a:rPr sz="1350" b="1">
                <a:solidFill>
                  <a:srgbClr val="12356B"/>
                </a:solidFill>
              </a:rPr>
              <a:t>¿Qué se va a analizar?</a:t>
            </a:r>
          </a:p>
        </p:txBody>
      </p:sp>
      <p:sp>
        <p:nvSpPr>
          <p:cNvPr id="84" name="rec-analysis-body">
            <a:extLst xmlns:a="http://schemas.openxmlformats.org/drawingml/2006/main">
              <a:ext uri="{FF2B5EF4-FFF2-40B4-BE49-F238E27FC236}">
                <a16:creationId xmlns:a16="http://schemas.microsoft.com/office/drawing/2014/main" id="{9F493CA4-E9C7-4871-92AE-8F90725F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006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Qué productos son similares porque fueron comprados por los mismos usuarios; salida: Top-N ítems.</a:t>
            </a:r>
          </a:p>
        </p:txBody>
      </p:sp>
    </p:spTree>
    <p:extLst>
      <p:ext uri="{BB962C8B-B14F-4D97-AF65-F5344CB8AC3E}">
        <p14:creationId xmlns:p14="http://schemas.microsoft.com/office/powerpoint/2010/main" val="7493190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ui-cls-kicker">
            <a:extLst xmlns:a="http://schemas.openxmlformats.org/drawingml/2006/main">
              <a:ext uri="{FF2B5EF4-FFF2-40B4-BE49-F238E27FC236}">
                <a16:creationId xmlns:a16="http://schemas.microsoft.com/office/drawing/2014/main" id="{96425357-1674-469A-AAF7-D4BB1ACB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2C7"/>
                </a:solidFill>
              </a:defRPr>
            </a:pPr>
            <a:r>
              <a:rPr sz="1125" b="1">
                <a:solidFill>
                  <a:srgbClr val="2F62C7"/>
                </a:solidFill>
              </a:rPr>
              <a:t>IMPLEMENTACIÓN VISUAL · CLASIFICACIÓN</a:t>
            </a:r>
          </a:p>
        </p:txBody>
      </p:sp>
      <p:sp>
        <p:nvSpPr>
          <p:cNvPr id="2" name="ui-cls-title">
            <a:extLst xmlns:a="http://schemas.openxmlformats.org/drawingml/2006/main">
              <a:ext uri="{FF2B5EF4-FFF2-40B4-BE49-F238E27FC236}">
                <a16:creationId xmlns:a16="http://schemas.microsoft.com/office/drawing/2014/main" id="{9E7FBCC3-43AE-4761-8494-F997845E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56B"/>
                </a:solidFill>
              </a:defRPr>
            </a:pPr>
            <a:r>
              <a:rPr sz="2550" b="1">
                <a:solidFill>
                  <a:srgbClr val="12356B"/>
                </a:solidFill>
              </a:rPr>
              <a:t>El riesgo aparece dentro de Gestión de Pedidos</a:t>
            </a:r>
          </a:p>
        </p:txBody>
      </p:sp>
      <p:sp>
        <p:nvSpPr>
          <p:cNvPr id="3" name="ui-cls-subtitle">
            <a:extLst xmlns:a="http://schemas.openxmlformats.org/drawingml/2006/main">
              <a:ext uri="{FF2B5EF4-FFF2-40B4-BE49-F238E27FC236}">
                <a16:creationId xmlns:a16="http://schemas.microsoft.com/office/drawing/2014/main" id="{52FB482D-2B66-450A-9C66-599023C2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14400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El equipo puede priorizar la confirmación de pedidos con mayor probabilidad de cancelación.</a:t>
            </a:r>
          </a:p>
        </p:txBody>
      </p:sp>
      <p:sp>
        <p:nvSpPr>
          <p:cNvPr id="4" name="ui-cls-page">
            <a:extLst xmlns:a="http://schemas.openxmlformats.org/drawingml/2006/main">
              <a:ext uri="{FF2B5EF4-FFF2-40B4-BE49-F238E27FC236}">
                <a16:creationId xmlns:a16="http://schemas.microsoft.com/office/drawing/2014/main" id="{DEDD1CBA-E38E-4C36-B2B8-24759B9A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4</a:t>
            </a:r>
          </a:p>
        </p:txBody>
      </p:sp>
      <p:sp>
        <p:nvSpPr>
          <p:cNvPr id="5" name="ui-cls-browser">
            <a:extLst xmlns:a="http://schemas.openxmlformats.org/drawingml/2006/main">
              <a:ext uri="{FF2B5EF4-FFF2-40B4-BE49-F238E27FC236}">
                <a16:creationId xmlns:a16="http://schemas.microsoft.com/office/drawing/2014/main" id="{31C3029C-A287-4106-A6D1-ED35AC07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11239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AF8F5"/>
          </a:solidFill>
          <a:ln xmlns:a="http://schemas.openxmlformats.org/drawingml/2006/main" w="14288">
            <a:solidFill>
              <a:srgbClr val="C9CED6"/>
            </a:solidFill>
            <a:prstDash val="solid"/>
          </a:ln>
        </p:spPr>
      </p:sp>
      <p:sp>
        <p:nvSpPr>
          <p:cNvPr id="6" name="ui-cls-browserbar">
            <a:extLst xmlns:a="http://schemas.openxmlformats.org/drawingml/2006/main">
              <a:ext uri="{FF2B5EF4-FFF2-40B4-BE49-F238E27FC236}">
                <a16:creationId xmlns:a16="http://schemas.microsoft.com/office/drawing/2014/main" id="{E27651D3-85CA-414D-AE76-C25CD014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11239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7" name="ui-cls-dot0">
            <a:extLst xmlns:a="http://schemas.openxmlformats.org/drawingml/2006/main">
              <a:ext uri="{FF2B5EF4-FFF2-40B4-BE49-F238E27FC236}">
                <a16:creationId xmlns:a16="http://schemas.microsoft.com/office/drawing/2014/main" id="{38590D7D-BAC7-4A99-A56D-DD9DD274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8" name="ui-cls-dot1">
            <a:extLst xmlns:a="http://schemas.openxmlformats.org/drawingml/2006/main">
              <a:ext uri="{FF2B5EF4-FFF2-40B4-BE49-F238E27FC236}">
                <a16:creationId xmlns:a16="http://schemas.microsoft.com/office/drawing/2014/main" id="{675DF878-C321-45CF-8EF1-71D46559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57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9" name="ui-cls-dot2">
            <a:extLst xmlns:a="http://schemas.openxmlformats.org/drawingml/2006/main">
              <a:ext uri="{FF2B5EF4-FFF2-40B4-BE49-F238E27FC236}">
                <a16:creationId xmlns:a16="http://schemas.microsoft.com/office/drawing/2014/main" id="{37300CFF-5D62-4E71-8AFE-4F184F56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57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C27A"/>
          </a:solidFill>
          <a:ln xmlns:a="http://schemas.openxmlformats.org/drawingml/2006/main" w="0">
            <a:solidFill>
              <a:srgbClr val="55C27A"/>
            </a:solidFill>
            <a:prstDash val="solid"/>
          </a:ln>
        </p:spPr>
      </p:sp>
      <p:sp>
        <p:nvSpPr>
          <p:cNvPr id="10" name="ui-cls-url">
            <a:extLst xmlns:a="http://schemas.openxmlformats.org/drawingml/2006/main">
              <a:ext uri="{FF2B5EF4-FFF2-40B4-BE49-F238E27FC236}">
                <a16:creationId xmlns:a16="http://schemas.microsoft.com/office/drawing/2014/main" id="{D679C189-D9B4-4EF7-A4BC-25B36795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409700"/>
            <a:ext cx="8858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0">
            <a:solidFill>
              <a:srgbClr val="F1F3F6"/>
            </a:solidFill>
            <a:prstDash val="solid"/>
          </a:ln>
        </p:spPr>
      </p:sp>
      <p:sp>
        <p:nvSpPr>
          <p:cNvPr id="11" name="ui-cls-urltext">
            <a:extLst xmlns:a="http://schemas.openxmlformats.org/drawingml/2006/main">
              <a:ext uri="{FF2B5EF4-FFF2-40B4-BE49-F238E27FC236}">
                <a16:creationId xmlns:a16="http://schemas.microsoft.com/office/drawing/2014/main" id="{949C9DEC-0990-406D-B1C8-FB930FE6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438275"/>
            <a:ext cx="8524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distribuidora-panamericana.com/admin/pedidos/listado</a:t>
            </a:r>
          </a:p>
        </p:txBody>
      </p:sp>
      <p:sp>
        <p:nvSpPr>
          <p:cNvPr id="12" name="ui-cls-adminbar">
            <a:extLst xmlns:a="http://schemas.openxmlformats.org/drawingml/2006/main">
              <a:ext uri="{FF2B5EF4-FFF2-40B4-BE49-F238E27FC236}">
                <a16:creationId xmlns:a16="http://schemas.microsoft.com/office/drawing/2014/main" id="{88542239-355C-43DE-911D-FBC6E745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95450"/>
            <a:ext cx="11220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6B"/>
          </a:solidFill>
          <a:ln xmlns:a="http://schemas.openxmlformats.org/drawingml/2006/main" w="0">
            <a:solidFill>
              <a:srgbClr val="12356B"/>
            </a:solidFill>
            <a:prstDash val="solid"/>
          </a:ln>
        </p:spPr>
      </p:sp>
      <p:sp>
        <p:nvSpPr>
          <p:cNvPr id="13" name="ui-cls-brand">
            <a:extLst xmlns:a="http://schemas.openxmlformats.org/drawingml/2006/main">
              <a:ext uri="{FF2B5EF4-FFF2-40B4-BE49-F238E27FC236}">
                <a16:creationId xmlns:a16="http://schemas.microsoft.com/office/drawing/2014/main" id="{13B7A839-2B7C-44E8-8EA9-5F428CDB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DISTRIBUIDORA PANAMERICANA  ·  PANEL ADMINISTRATIVO</a:t>
            </a:r>
          </a:p>
        </p:txBody>
      </p:sp>
      <p:sp>
        <p:nvSpPr>
          <p:cNvPr id="14" name="ui-cls-session">
            <a:extLst xmlns:a="http://schemas.openxmlformats.org/drawingml/2006/main">
              <a:ext uri="{FF2B5EF4-FFF2-40B4-BE49-F238E27FC236}">
                <a16:creationId xmlns:a16="http://schemas.microsoft.com/office/drawing/2014/main" id="{67F31031-A877-4F6A-9DBC-504D819C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19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Administrador     Cerrar sesión</a:t>
            </a:r>
          </a:p>
        </p:txBody>
      </p:sp>
      <p:sp>
        <p:nvSpPr>
          <p:cNvPr id="15" name="ui-cls-heading">
            <a:extLst xmlns:a="http://schemas.openxmlformats.org/drawingml/2006/main">
              <a:ext uri="{FF2B5EF4-FFF2-40B4-BE49-F238E27FC236}">
                <a16:creationId xmlns:a16="http://schemas.microsoft.com/office/drawing/2014/main" id="{E62F24B5-7287-436F-9FD3-56EA0E6A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Gestión de Pedidos</a:t>
            </a:r>
          </a:p>
        </p:txBody>
      </p:sp>
      <p:sp>
        <p:nvSpPr>
          <p:cNvPr id="16" name="ui-cls-crumb">
            <a:extLst xmlns:a="http://schemas.openxmlformats.org/drawingml/2006/main">
              <a:ext uri="{FF2B5EF4-FFF2-40B4-BE49-F238E27FC236}">
                <a16:creationId xmlns:a16="http://schemas.microsoft.com/office/drawing/2014/main" id="{BEBBC01B-5CE7-436A-8BE1-2F182FB0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Inicio  /  Pedidos  /  Listado</a:t>
            </a:r>
          </a:p>
        </p:txBody>
      </p:sp>
      <p:sp>
        <p:nvSpPr>
          <p:cNvPr id="17" name="ui-cls-search">
            <a:extLst xmlns:a="http://schemas.openxmlformats.org/drawingml/2006/main">
              <a:ext uri="{FF2B5EF4-FFF2-40B4-BE49-F238E27FC236}">
                <a16:creationId xmlns:a16="http://schemas.microsoft.com/office/drawing/2014/main" id="{937433B3-3822-4DF6-AF91-43CAEDAD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76475"/>
            <a:ext cx="29051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E"/>
            </a:solidFill>
            <a:prstDash val="solid"/>
          </a:ln>
        </p:spPr>
      </p:sp>
      <p:sp>
        <p:nvSpPr>
          <p:cNvPr id="18" name="ui-cls-searcht">
            <a:extLst xmlns:a="http://schemas.openxmlformats.org/drawingml/2006/main">
              <a:ext uri="{FF2B5EF4-FFF2-40B4-BE49-F238E27FC236}">
                <a16:creationId xmlns:a16="http://schemas.microsoft.com/office/drawing/2014/main" id="{24D59D67-DF88-4DDD-85CC-4F3EAF17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526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29E"/>
                </a:solidFill>
              </a:defRPr>
            </a:pPr>
            <a:r>
              <a:rPr sz="825" b="0">
                <a:solidFill>
                  <a:srgbClr val="8A929E"/>
                </a:solidFill>
              </a:rPr>
              <a:t>Buscar por cliente o pedido…</a:t>
            </a:r>
          </a:p>
        </p:txBody>
      </p:sp>
      <p:sp>
        <p:nvSpPr>
          <p:cNvPr id="19" name="ui-cls-filter">
            <a:extLst xmlns:a="http://schemas.openxmlformats.org/drawingml/2006/main">
              <a:ext uri="{FF2B5EF4-FFF2-40B4-BE49-F238E27FC236}">
                <a16:creationId xmlns:a16="http://schemas.microsoft.com/office/drawing/2014/main" id="{D89B3AA6-07A4-4D7D-A6A7-20BA90AC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276475"/>
            <a:ext cx="11430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20" name="ui-cls-filtert">
            <a:extLst xmlns:a="http://schemas.openxmlformats.org/drawingml/2006/main">
              <a:ext uri="{FF2B5EF4-FFF2-40B4-BE49-F238E27FC236}">
                <a16:creationId xmlns:a16="http://schemas.microsoft.com/office/drawing/2014/main" id="{05ABD540-3AEC-4F3A-9F50-9493BA29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526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Filtrar</a:t>
            </a:r>
          </a:p>
        </p:txBody>
      </p:sp>
      <p:sp>
        <p:nvSpPr>
          <p:cNvPr id="21" name="ui-cls-th0">
            <a:extLst xmlns:a="http://schemas.openxmlformats.org/drawingml/2006/main">
              <a:ext uri="{FF2B5EF4-FFF2-40B4-BE49-F238E27FC236}">
                <a16:creationId xmlns:a16="http://schemas.microsoft.com/office/drawing/2014/main" id="{2B9CDEEE-1F1A-4747-A498-4983FDF2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2" name="ui-cls-tht0">
            <a:extLst xmlns:a="http://schemas.openxmlformats.org/drawingml/2006/main">
              <a:ext uri="{FF2B5EF4-FFF2-40B4-BE49-F238E27FC236}">
                <a16:creationId xmlns:a16="http://schemas.microsoft.com/office/drawing/2014/main" id="{9C632208-C87E-46B6-A830-094D758F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571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ID</a:t>
            </a:r>
          </a:p>
        </p:txBody>
      </p:sp>
      <p:sp>
        <p:nvSpPr>
          <p:cNvPr id="23" name="ui-cls-th1">
            <a:extLst xmlns:a="http://schemas.openxmlformats.org/drawingml/2006/main">
              <a:ext uri="{FF2B5EF4-FFF2-40B4-BE49-F238E27FC236}">
                <a16:creationId xmlns:a16="http://schemas.microsoft.com/office/drawing/2014/main" id="{88D6C101-3867-4BF5-93A3-DD9540F3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166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4" name="ui-cls-tht1">
            <a:extLst xmlns:a="http://schemas.openxmlformats.org/drawingml/2006/main">
              <a:ext uri="{FF2B5EF4-FFF2-40B4-BE49-F238E27FC236}">
                <a16:creationId xmlns:a16="http://schemas.microsoft.com/office/drawing/2014/main" id="{09A455C4-B71F-4047-B475-F3ADC92A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43225"/>
            <a:ext cx="1590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CLIENTE</a:t>
            </a:r>
          </a:p>
        </p:txBody>
      </p:sp>
      <p:sp>
        <p:nvSpPr>
          <p:cNvPr id="25" name="ui-cls-th2">
            <a:extLst xmlns:a="http://schemas.openxmlformats.org/drawingml/2006/main">
              <a:ext uri="{FF2B5EF4-FFF2-40B4-BE49-F238E27FC236}">
                <a16:creationId xmlns:a16="http://schemas.microsoft.com/office/drawing/2014/main" id="{1FEB1965-61E5-440F-8225-51703378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38450"/>
            <a:ext cx="1000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6" name="ui-cls-tht2">
            <a:extLst xmlns:a="http://schemas.openxmlformats.org/drawingml/2006/main">
              <a:ext uri="{FF2B5EF4-FFF2-40B4-BE49-F238E27FC236}">
                <a16:creationId xmlns:a16="http://schemas.microsoft.com/office/drawing/2014/main" id="{A14D868A-F14A-4D35-BE27-38CD710C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943225"/>
            <a:ext cx="9239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FECHA</a:t>
            </a:r>
          </a:p>
        </p:txBody>
      </p:sp>
      <p:sp>
        <p:nvSpPr>
          <p:cNvPr id="27" name="ui-cls-th3">
            <a:extLst xmlns:a="http://schemas.openxmlformats.org/drawingml/2006/main">
              <a:ext uri="{FF2B5EF4-FFF2-40B4-BE49-F238E27FC236}">
                <a16:creationId xmlns:a16="http://schemas.microsoft.com/office/drawing/2014/main" id="{9B972DBF-8584-44A4-B7F3-ECCE81D2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38450"/>
            <a:ext cx="85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8" name="ui-cls-tht3">
            <a:extLst xmlns:a="http://schemas.openxmlformats.org/drawingml/2006/main">
              <a:ext uri="{FF2B5EF4-FFF2-40B4-BE49-F238E27FC236}">
                <a16:creationId xmlns:a16="http://schemas.microsoft.com/office/drawing/2014/main" id="{5B2EA524-0A84-4FD7-AB04-4E848367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43225"/>
            <a:ext cx="781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TOTAL</a:t>
            </a:r>
          </a:p>
        </p:txBody>
      </p:sp>
      <p:sp>
        <p:nvSpPr>
          <p:cNvPr id="29" name="ui-cls-th4">
            <a:extLst xmlns:a="http://schemas.openxmlformats.org/drawingml/2006/main">
              <a:ext uri="{FF2B5EF4-FFF2-40B4-BE49-F238E27FC236}">
                <a16:creationId xmlns:a16="http://schemas.microsoft.com/office/drawing/2014/main" id="{790559F6-F77A-482E-9C29-70D8402F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38450"/>
            <a:ext cx="1000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0" name="ui-cls-tht4">
            <a:extLst xmlns:a="http://schemas.openxmlformats.org/drawingml/2006/main">
              <a:ext uri="{FF2B5EF4-FFF2-40B4-BE49-F238E27FC236}">
                <a16:creationId xmlns:a16="http://schemas.microsoft.com/office/drawing/2014/main" id="{80BE94A4-55C6-4523-83B8-B009DA29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43225"/>
            <a:ext cx="9239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ESTADO</a:t>
            </a:r>
          </a:p>
        </p:txBody>
      </p:sp>
      <p:sp>
        <p:nvSpPr>
          <p:cNvPr id="31" name="ui-cls-th5">
            <a:extLst xmlns:a="http://schemas.openxmlformats.org/drawingml/2006/main">
              <a:ext uri="{FF2B5EF4-FFF2-40B4-BE49-F238E27FC236}">
                <a16:creationId xmlns:a16="http://schemas.microsoft.com/office/drawing/2014/main" id="{F71B358C-5609-408B-82AA-44D510E0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83845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2" name="ui-cls-tht5">
            <a:extLst xmlns:a="http://schemas.openxmlformats.org/drawingml/2006/main">
              <a:ext uri="{FF2B5EF4-FFF2-40B4-BE49-F238E27FC236}">
                <a16:creationId xmlns:a16="http://schemas.microsoft.com/office/drawing/2014/main" id="{4C5DFE66-DBF9-41DF-B79E-0555AA67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43225"/>
            <a:ext cx="1162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RIESGO ML</a:t>
            </a:r>
          </a:p>
        </p:txBody>
      </p:sp>
      <p:sp>
        <p:nvSpPr>
          <p:cNvPr id="33" name="ui-cls-th6">
            <a:extLst xmlns:a="http://schemas.openxmlformats.org/drawingml/2006/main">
              <a:ext uri="{FF2B5EF4-FFF2-40B4-BE49-F238E27FC236}">
                <a16:creationId xmlns:a16="http://schemas.microsoft.com/office/drawing/2014/main" id="{1C76CD66-2762-41BC-80C9-E8CBEDFC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38450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E9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4" name="ui-cls-tht6">
            <a:extLst xmlns:a="http://schemas.openxmlformats.org/drawingml/2006/main">
              <a:ext uri="{FF2B5EF4-FFF2-40B4-BE49-F238E27FC236}">
                <a16:creationId xmlns:a16="http://schemas.microsoft.com/office/drawing/2014/main" id="{AD1FCB72-0258-4467-A522-985E45E2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43225"/>
            <a:ext cx="800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ACCIÓN</a:t>
            </a:r>
          </a:p>
        </p:txBody>
      </p:sp>
      <p:sp>
        <p:nvSpPr>
          <p:cNvPr id="35" name="ui-cls-cell0-0">
            <a:extLst xmlns:a="http://schemas.openxmlformats.org/drawingml/2006/main">
              <a:ext uri="{FF2B5EF4-FFF2-40B4-BE49-F238E27FC236}">
                <a16:creationId xmlns:a16="http://schemas.microsoft.com/office/drawing/2014/main" id="{520000A0-FBDE-439C-A72A-1E6AF399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647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36" name="ui-cls-cellt0-0">
            <a:extLst xmlns:a="http://schemas.openxmlformats.org/drawingml/2006/main">
              <a:ext uri="{FF2B5EF4-FFF2-40B4-BE49-F238E27FC236}">
                <a16:creationId xmlns:a16="http://schemas.microsoft.com/office/drawing/2014/main" id="{315B2B10-A69A-465C-BE53-9E764D26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2525"/>
                </a:solidFill>
              </a:defRPr>
            </a:pPr>
            <a:r>
              <a:rPr sz="825" b="1">
                <a:solidFill>
                  <a:srgbClr val="252525"/>
                </a:solidFill>
              </a:rPr>
              <a:t>#A104</a:t>
            </a:r>
          </a:p>
        </p:txBody>
      </p:sp>
      <p:sp>
        <p:nvSpPr>
          <p:cNvPr id="37" name="ui-cls-cell0-1">
            <a:extLst xmlns:a="http://schemas.openxmlformats.org/drawingml/2006/main">
              <a:ext uri="{FF2B5EF4-FFF2-40B4-BE49-F238E27FC236}">
                <a16:creationId xmlns:a16="http://schemas.microsoft.com/office/drawing/2014/main" id="{5A23E0FF-966E-400E-AD9B-A6415584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8135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38" name="ui-cls-cellt0-1">
            <a:extLst xmlns:a="http://schemas.openxmlformats.org/drawingml/2006/main">
              <a:ext uri="{FF2B5EF4-FFF2-40B4-BE49-F238E27FC236}">
                <a16:creationId xmlns:a16="http://schemas.microsoft.com/office/drawing/2014/main" id="{D981ACA2-890B-415A-8EEE-A5965353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295650"/>
            <a:ext cx="1533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52525"/>
                </a:solidFill>
              </a:defRPr>
            </a:pPr>
            <a:r>
              <a:rPr sz="750" b="0">
                <a:solidFill>
                  <a:srgbClr val="252525"/>
                </a:solidFill>
              </a:rPr>
              <a:t>María López</a:t>
            </a:r>
          </a:p>
          <a:p xmlns:a="http://schemas.openxmlformats.org/drawingml/2006/main">
            <a:pPr algn="ctr">
              <a:defRPr sz="750" b="0">
                <a:solidFill>
                  <a:srgbClr val="252525"/>
                </a:solidFill>
              </a:defRPr>
            </a:pPr>
            <a:r>
              <a:rPr sz="750" b="0">
                <a:solidFill>
                  <a:srgbClr val="252525"/>
                </a:solidFill>
              </a:rPr>
              <a:t>maria@email.com</a:t>
            </a:r>
          </a:p>
        </p:txBody>
      </p:sp>
      <p:sp>
        <p:nvSpPr>
          <p:cNvPr id="39" name="ui-cls-cell0-2">
            <a:extLst xmlns:a="http://schemas.openxmlformats.org/drawingml/2006/main">
              <a:ext uri="{FF2B5EF4-FFF2-40B4-BE49-F238E27FC236}">
                <a16:creationId xmlns:a16="http://schemas.microsoft.com/office/drawing/2014/main" id="{EBB4983F-123A-4FB9-B9AA-5E841AD6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813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40" name="ui-cls-cellt0-2">
            <a:extLst xmlns:a="http://schemas.openxmlformats.org/drawingml/2006/main">
              <a:ext uri="{FF2B5EF4-FFF2-40B4-BE49-F238E27FC236}">
                <a16:creationId xmlns:a16="http://schemas.microsoft.com/office/drawing/2014/main" id="{59F47C2D-EFB8-4D99-86CA-0FCDEBE2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18/07/26</a:t>
            </a:r>
          </a:p>
        </p:txBody>
      </p:sp>
      <p:sp>
        <p:nvSpPr>
          <p:cNvPr id="41" name="ui-cls-cell0-3">
            <a:extLst xmlns:a="http://schemas.openxmlformats.org/drawingml/2006/main">
              <a:ext uri="{FF2B5EF4-FFF2-40B4-BE49-F238E27FC236}">
                <a16:creationId xmlns:a16="http://schemas.microsoft.com/office/drawing/2014/main" id="{14E34774-DD1A-486D-A6A3-8F79F26F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8135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42" name="ui-cls-cellt0-3">
            <a:extLst xmlns:a="http://schemas.openxmlformats.org/drawingml/2006/main">
              <a:ext uri="{FF2B5EF4-FFF2-40B4-BE49-F238E27FC236}">
                <a16:creationId xmlns:a16="http://schemas.microsoft.com/office/drawing/2014/main" id="{80874823-0F1E-4694-8FEC-4D86E583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3813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$1,305</a:t>
            </a:r>
          </a:p>
        </p:txBody>
      </p:sp>
      <p:sp>
        <p:nvSpPr>
          <p:cNvPr id="43" name="ui-cls-cell0-4">
            <a:extLst xmlns:a="http://schemas.openxmlformats.org/drawingml/2006/main">
              <a:ext uri="{FF2B5EF4-FFF2-40B4-BE49-F238E27FC236}">
                <a16:creationId xmlns:a16="http://schemas.microsoft.com/office/drawing/2014/main" id="{F65BBE4A-3F5F-4E77-A98F-0AA75D26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813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44" name="ui-cls-cellt0-4">
            <a:extLst xmlns:a="http://schemas.openxmlformats.org/drawingml/2006/main">
              <a:ext uri="{FF2B5EF4-FFF2-40B4-BE49-F238E27FC236}">
                <a16:creationId xmlns:a16="http://schemas.microsoft.com/office/drawing/2014/main" id="{4669E6AB-3E9A-452D-B82F-FC3EB53D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381375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Pendiente</a:t>
            </a:r>
          </a:p>
        </p:txBody>
      </p:sp>
      <p:sp>
        <p:nvSpPr>
          <p:cNvPr id="45" name="ui-cls-cell0-5">
            <a:extLst xmlns:a="http://schemas.openxmlformats.org/drawingml/2006/main">
              <a:ext uri="{FF2B5EF4-FFF2-40B4-BE49-F238E27FC236}">
                <a16:creationId xmlns:a16="http://schemas.microsoft.com/office/drawing/2014/main" id="{B6FA1FEA-5FBE-4965-898C-2A74FB25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18135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46" name="ui-cls-risk0">
            <a:extLst xmlns:a="http://schemas.openxmlformats.org/drawingml/2006/main">
              <a:ext uri="{FF2B5EF4-FFF2-40B4-BE49-F238E27FC236}">
                <a16:creationId xmlns:a16="http://schemas.microsoft.com/office/drawing/2014/main" id="{651DC508-4344-458A-A799-2C37EC70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10287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0">
            <a:solidFill>
              <a:srgbClr val="FCEBED"/>
            </a:solidFill>
            <a:prstDash val="solid"/>
          </a:ln>
        </p:spPr>
      </p:sp>
      <p:sp>
        <p:nvSpPr>
          <p:cNvPr id="47" name="ui-cls-risk0t">
            <a:extLst xmlns:a="http://schemas.openxmlformats.org/drawingml/2006/main">
              <a:ext uri="{FF2B5EF4-FFF2-40B4-BE49-F238E27FC236}">
                <a16:creationId xmlns:a16="http://schemas.microsoft.com/office/drawing/2014/main" id="{EB87A1AD-CCD8-4098-B0F0-D2B81AFE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00425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73D4D"/>
                </a:solidFill>
              </a:defRPr>
            </a:pPr>
            <a:r>
              <a:rPr sz="825" b="1">
                <a:solidFill>
                  <a:srgbClr val="C73D4D"/>
                </a:solidFill>
              </a:rPr>
              <a:t>78% · ALTO</a:t>
            </a:r>
          </a:p>
        </p:txBody>
      </p:sp>
      <p:sp>
        <p:nvSpPr>
          <p:cNvPr id="48" name="ui-cls-cell0-6">
            <a:extLst xmlns:a="http://schemas.openxmlformats.org/drawingml/2006/main">
              <a:ext uri="{FF2B5EF4-FFF2-40B4-BE49-F238E27FC236}">
                <a16:creationId xmlns:a16="http://schemas.microsoft.com/office/drawing/2014/main" id="{7B5A6CF7-6D48-4AC6-B710-39A08ABB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1813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49" name="ui-cls-act0">
            <a:extLst xmlns:a="http://schemas.openxmlformats.org/drawingml/2006/main">
              <a:ext uri="{FF2B5EF4-FFF2-40B4-BE49-F238E27FC236}">
                <a16:creationId xmlns:a16="http://schemas.microsoft.com/office/drawing/2014/main" id="{0EF905B4-9F03-4805-B47E-3EA2BEAF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33750"/>
            <a:ext cx="62865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73D4D"/>
          </a:solidFill>
          <a:ln xmlns:a="http://schemas.openxmlformats.org/drawingml/2006/main" w="9525">
            <a:solidFill>
              <a:srgbClr val="C73D4D"/>
            </a:solidFill>
            <a:prstDash val="solid"/>
          </a:ln>
        </p:spPr>
      </p:sp>
      <p:sp>
        <p:nvSpPr>
          <p:cNvPr id="50" name="ui-cls-actt0">
            <a:extLst xmlns:a="http://schemas.openxmlformats.org/drawingml/2006/main">
              <a:ext uri="{FF2B5EF4-FFF2-40B4-BE49-F238E27FC236}">
                <a16:creationId xmlns:a16="http://schemas.microsoft.com/office/drawing/2014/main" id="{AA15C012-8A29-4454-B30A-EE6FB9EA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004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Revisar</a:t>
            </a:r>
          </a:p>
        </p:txBody>
      </p:sp>
      <p:sp>
        <p:nvSpPr>
          <p:cNvPr id="51" name="ui-cls-cell1-0">
            <a:extLst xmlns:a="http://schemas.openxmlformats.org/drawingml/2006/main">
              <a:ext uri="{FF2B5EF4-FFF2-40B4-BE49-F238E27FC236}">
                <a16:creationId xmlns:a16="http://schemas.microsoft.com/office/drawing/2014/main" id="{C8D2D1C4-3076-474E-A52D-2D559244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47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52" name="ui-cls-cellt1-0">
            <a:extLst xmlns:a="http://schemas.openxmlformats.org/drawingml/2006/main">
              <a:ext uri="{FF2B5EF4-FFF2-40B4-BE49-F238E27FC236}">
                <a16:creationId xmlns:a16="http://schemas.microsoft.com/office/drawing/2014/main" id="{94734F5F-204F-4DF1-BA6C-7F3BB92F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719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2525"/>
                </a:solidFill>
              </a:defRPr>
            </a:pPr>
            <a:r>
              <a:rPr sz="825" b="1">
                <a:solidFill>
                  <a:srgbClr val="252525"/>
                </a:solidFill>
              </a:rPr>
              <a:t>#A103</a:t>
            </a:r>
          </a:p>
        </p:txBody>
      </p:sp>
      <p:sp>
        <p:nvSpPr>
          <p:cNvPr id="53" name="ui-cls-cell1-1">
            <a:extLst xmlns:a="http://schemas.openxmlformats.org/drawingml/2006/main">
              <a:ext uri="{FF2B5EF4-FFF2-40B4-BE49-F238E27FC236}">
                <a16:creationId xmlns:a16="http://schemas.microsoft.com/office/drawing/2014/main" id="{0444ADF7-C984-408F-8B5B-87584724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7190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54" name="ui-cls-cellt1-1">
            <a:extLst xmlns:a="http://schemas.openxmlformats.org/drawingml/2006/main">
              <a:ext uri="{FF2B5EF4-FFF2-40B4-BE49-F238E27FC236}">
                <a16:creationId xmlns:a16="http://schemas.microsoft.com/office/drawing/2014/main" id="{A74F482B-8BD2-4280-A76F-25B2BD64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86200"/>
            <a:ext cx="1533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52525"/>
                </a:solidFill>
              </a:defRPr>
            </a:pPr>
            <a:r>
              <a:rPr sz="750" b="0">
                <a:solidFill>
                  <a:srgbClr val="252525"/>
                </a:solidFill>
              </a:rPr>
              <a:t>Carlos Ruiz</a:t>
            </a:r>
          </a:p>
          <a:p xmlns:a="http://schemas.openxmlformats.org/drawingml/2006/main">
            <a:pPr algn="ctr">
              <a:defRPr sz="750" b="0">
                <a:solidFill>
                  <a:srgbClr val="252525"/>
                </a:solidFill>
              </a:defRPr>
            </a:pPr>
            <a:r>
              <a:rPr sz="750" b="0">
                <a:solidFill>
                  <a:srgbClr val="252525"/>
                </a:solidFill>
              </a:rPr>
              <a:t>carlos@email.com</a:t>
            </a:r>
          </a:p>
        </p:txBody>
      </p:sp>
      <p:sp>
        <p:nvSpPr>
          <p:cNvPr id="55" name="ui-cls-cell1-2">
            <a:extLst xmlns:a="http://schemas.openxmlformats.org/drawingml/2006/main">
              <a:ext uri="{FF2B5EF4-FFF2-40B4-BE49-F238E27FC236}">
                <a16:creationId xmlns:a16="http://schemas.microsoft.com/office/drawing/2014/main" id="{70C72A2D-1782-44FE-9D60-EDBC5744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7190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56" name="ui-cls-cellt1-2">
            <a:extLst xmlns:a="http://schemas.openxmlformats.org/drawingml/2006/main">
              <a:ext uri="{FF2B5EF4-FFF2-40B4-BE49-F238E27FC236}">
                <a16:creationId xmlns:a16="http://schemas.microsoft.com/office/drawing/2014/main" id="{1E9FB3DF-F27A-4E73-8053-69267E21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71925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18/07/26</a:t>
            </a:r>
          </a:p>
        </p:txBody>
      </p:sp>
      <p:sp>
        <p:nvSpPr>
          <p:cNvPr id="57" name="ui-cls-cell1-3">
            <a:extLst xmlns:a="http://schemas.openxmlformats.org/drawingml/2006/main">
              <a:ext uri="{FF2B5EF4-FFF2-40B4-BE49-F238E27FC236}">
                <a16:creationId xmlns:a16="http://schemas.microsoft.com/office/drawing/2014/main" id="{865992C2-073A-4852-AF16-88ACEB7A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7190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58" name="ui-cls-cellt1-3">
            <a:extLst xmlns:a="http://schemas.openxmlformats.org/drawingml/2006/main">
              <a:ext uri="{FF2B5EF4-FFF2-40B4-BE49-F238E27FC236}">
                <a16:creationId xmlns:a16="http://schemas.microsoft.com/office/drawing/2014/main" id="{3608AA5F-6E04-4218-A95B-0913A500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9719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$860</a:t>
            </a:r>
          </a:p>
        </p:txBody>
      </p:sp>
      <p:sp>
        <p:nvSpPr>
          <p:cNvPr id="59" name="ui-cls-cell1-4">
            <a:extLst xmlns:a="http://schemas.openxmlformats.org/drawingml/2006/main">
              <a:ext uri="{FF2B5EF4-FFF2-40B4-BE49-F238E27FC236}">
                <a16:creationId xmlns:a16="http://schemas.microsoft.com/office/drawing/2014/main" id="{09C5AB76-0671-4784-8C61-0C067A78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7190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60" name="ui-cls-cellt1-4">
            <a:extLst xmlns:a="http://schemas.openxmlformats.org/drawingml/2006/main">
              <a:ext uri="{FF2B5EF4-FFF2-40B4-BE49-F238E27FC236}">
                <a16:creationId xmlns:a16="http://schemas.microsoft.com/office/drawing/2014/main" id="{63E13636-1D09-448F-8024-A7FA0523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971925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Pendiente</a:t>
            </a:r>
          </a:p>
        </p:txBody>
      </p:sp>
      <p:sp>
        <p:nvSpPr>
          <p:cNvPr id="61" name="ui-cls-cell1-5">
            <a:extLst xmlns:a="http://schemas.openxmlformats.org/drawingml/2006/main">
              <a:ext uri="{FF2B5EF4-FFF2-40B4-BE49-F238E27FC236}">
                <a16:creationId xmlns:a16="http://schemas.microsoft.com/office/drawing/2014/main" id="{A836E74A-6EB2-499A-9365-03112D4D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77190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62" name="ui-cls-risk1">
            <a:extLst xmlns:a="http://schemas.openxmlformats.org/drawingml/2006/main">
              <a:ext uri="{FF2B5EF4-FFF2-40B4-BE49-F238E27FC236}">
                <a16:creationId xmlns:a16="http://schemas.microsoft.com/office/drawing/2014/main" id="{E4FFCB11-4183-4906-8FE1-0CF3647D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43350"/>
            <a:ext cx="10287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solidFill>
              <a:srgbClr val="FFF3D6"/>
            </a:solidFill>
            <a:prstDash val="solid"/>
          </a:ln>
        </p:spPr>
      </p:sp>
      <p:sp>
        <p:nvSpPr>
          <p:cNvPr id="63" name="ui-cls-risk1t">
            <a:extLst xmlns:a="http://schemas.openxmlformats.org/drawingml/2006/main">
              <a:ext uri="{FF2B5EF4-FFF2-40B4-BE49-F238E27FC236}">
                <a16:creationId xmlns:a16="http://schemas.microsoft.com/office/drawing/2014/main" id="{B20F7798-2423-42FD-AAE9-5FAF02D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90975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7791F"/>
                </a:solidFill>
              </a:defRPr>
            </a:pPr>
            <a:r>
              <a:rPr sz="825" b="1">
                <a:solidFill>
                  <a:srgbClr val="B7791F"/>
                </a:solidFill>
              </a:rPr>
              <a:t>41% · MEDIO</a:t>
            </a:r>
          </a:p>
        </p:txBody>
      </p:sp>
      <p:sp>
        <p:nvSpPr>
          <p:cNvPr id="64" name="ui-cls-cell1-6">
            <a:extLst xmlns:a="http://schemas.openxmlformats.org/drawingml/2006/main">
              <a:ext uri="{FF2B5EF4-FFF2-40B4-BE49-F238E27FC236}">
                <a16:creationId xmlns:a16="http://schemas.microsoft.com/office/drawing/2014/main" id="{4DD3AF82-1818-49D8-A7D2-8E0349E5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77190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65" name="ui-cls-act1">
            <a:extLst xmlns:a="http://schemas.openxmlformats.org/drawingml/2006/main">
              <a:ext uri="{FF2B5EF4-FFF2-40B4-BE49-F238E27FC236}">
                <a16:creationId xmlns:a16="http://schemas.microsoft.com/office/drawing/2014/main" id="{A8121749-0DDC-41D8-A46A-01BC8D27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24300"/>
            <a:ext cx="62865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B"/>
            </a:solidFill>
            <a:prstDash val="solid"/>
          </a:ln>
        </p:spPr>
      </p:sp>
      <p:sp>
        <p:nvSpPr>
          <p:cNvPr id="66" name="ui-cls-actt1">
            <a:extLst xmlns:a="http://schemas.openxmlformats.org/drawingml/2006/main">
              <a:ext uri="{FF2B5EF4-FFF2-40B4-BE49-F238E27FC236}">
                <a16:creationId xmlns:a16="http://schemas.microsoft.com/office/drawing/2014/main" id="{BEB04D56-67E6-4B95-BFB8-33BBD70B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9097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2525"/>
                </a:solidFill>
              </a:defRPr>
            </a:pPr>
            <a:r>
              <a:rPr sz="825" b="1">
                <a:solidFill>
                  <a:srgbClr val="252525"/>
                </a:solidFill>
              </a:rPr>
              <a:t>Revisar</a:t>
            </a:r>
          </a:p>
        </p:txBody>
      </p:sp>
      <p:sp>
        <p:nvSpPr>
          <p:cNvPr id="67" name="ui-cls-cell2-0">
            <a:extLst xmlns:a="http://schemas.openxmlformats.org/drawingml/2006/main">
              <a:ext uri="{FF2B5EF4-FFF2-40B4-BE49-F238E27FC236}">
                <a16:creationId xmlns:a16="http://schemas.microsoft.com/office/drawing/2014/main" id="{F5D0D3A4-479B-4A9C-B1BE-ECAED6AE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647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68" name="ui-cls-cellt2-0">
            <a:extLst xmlns:a="http://schemas.openxmlformats.org/drawingml/2006/main">
              <a:ext uri="{FF2B5EF4-FFF2-40B4-BE49-F238E27FC236}">
                <a16:creationId xmlns:a16="http://schemas.microsoft.com/office/drawing/2014/main" id="{F9524702-6A8B-48B8-BB1A-02CA8A9E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624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2525"/>
                </a:solidFill>
              </a:defRPr>
            </a:pPr>
            <a:r>
              <a:rPr sz="825" b="1">
                <a:solidFill>
                  <a:srgbClr val="252525"/>
                </a:solidFill>
              </a:rPr>
              <a:t>#A102</a:t>
            </a:r>
          </a:p>
        </p:txBody>
      </p:sp>
      <p:sp>
        <p:nvSpPr>
          <p:cNvPr id="69" name="ui-cls-cell2-1">
            <a:extLst xmlns:a="http://schemas.openxmlformats.org/drawingml/2006/main">
              <a:ext uri="{FF2B5EF4-FFF2-40B4-BE49-F238E27FC236}">
                <a16:creationId xmlns:a16="http://schemas.microsoft.com/office/drawing/2014/main" id="{7D31D0EE-AC33-44A2-9984-9788D330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70" name="ui-cls-cellt2-1">
            <a:extLst xmlns:a="http://schemas.openxmlformats.org/drawingml/2006/main">
              <a:ext uri="{FF2B5EF4-FFF2-40B4-BE49-F238E27FC236}">
                <a16:creationId xmlns:a16="http://schemas.microsoft.com/office/drawing/2014/main" id="{837F3F53-7F9D-4B06-AD64-1A198C8D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76750"/>
            <a:ext cx="1533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52525"/>
                </a:solidFill>
              </a:defRPr>
            </a:pPr>
            <a:r>
              <a:rPr sz="750" b="0">
                <a:solidFill>
                  <a:srgbClr val="252525"/>
                </a:solidFill>
              </a:rPr>
              <a:t>Ana Torres</a:t>
            </a:r>
          </a:p>
          <a:p xmlns:a="http://schemas.openxmlformats.org/drawingml/2006/main">
            <a:pPr algn="ctr">
              <a:defRPr sz="750" b="0">
                <a:solidFill>
                  <a:srgbClr val="252525"/>
                </a:solidFill>
              </a:defRPr>
            </a:pPr>
            <a:r>
              <a:rPr sz="750" b="0">
                <a:solidFill>
                  <a:srgbClr val="252525"/>
                </a:solidFill>
              </a:rPr>
              <a:t>ana@email.com</a:t>
            </a:r>
          </a:p>
        </p:txBody>
      </p:sp>
      <p:sp>
        <p:nvSpPr>
          <p:cNvPr id="71" name="ui-cls-cell2-2">
            <a:extLst xmlns:a="http://schemas.openxmlformats.org/drawingml/2006/main">
              <a:ext uri="{FF2B5EF4-FFF2-40B4-BE49-F238E27FC236}">
                <a16:creationId xmlns:a16="http://schemas.microsoft.com/office/drawing/2014/main" id="{C9B36B21-0DA4-42D2-B801-DF062C35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3624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72" name="ui-cls-cellt2-2">
            <a:extLst xmlns:a="http://schemas.openxmlformats.org/drawingml/2006/main">
              <a:ext uri="{FF2B5EF4-FFF2-40B4-BE49-F238E27FC236}">
                <a16:creationId xmlns:a16="http://schemas.microsoft.com/office/drawing/2014/main" id="{A87F545E-EE61-4386-AC27-587C73C6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62475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17/07/26</a:t>
            </a:r>
          </a:p>
        </p:txBody>
      </p:sp>
      <p:sp>
        <p:nvSpPr>
          <p:cNvPr id="73" name="ui-cls-cell2-3">
            <a:extLst xmlns:a="http://schemas.openxmlformats.org/drawingml/2006/main">
              <a:ext uri="{FF2B5EF4-FFF2-40B4-BE49-F238E27FC236}">
                <a16:creationId xmlns:a16="http://schemas.microsoft.com/office/drawing/2014/main" id="{CF56434C-DBBC-4ECB-AA43-5835E313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6245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74" name="ui-cls-cellt2-3">
            <a:extLst xmlns:a="http://schemas.openxmlformats.org/drawingml/2006/main">
              <a:ext uri="{FF2B5EF4-FFF2-40B4-BE49-F238E27FC236}">
                <a16:creationId xmlns:a16="http://schemas.microsoft.com/office/drawing/2014/main" id="{1853F630-9BB6-4E44-9802-12812AEC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5624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$1,120</a:t>
            </a:r>
          </a:p>
        </p:txBody>
      </p:sp>
      <p:sp>
        <p:nvSpPr>
          <p:cNvPr id="75" name="ui-cls-cell2-4">
            <a:extLst xmlns:a="http://schemas.openxmlformats.org/drawingml/2006/main">
              <a:ext uri="{FF2B5EF4-FFF2-40B4-BE49-F238E27FC236}">
                <a16:creationId xmlns:a16="http://schemas.microsoft.com/office/drawing/2014/main" id="{4892A738-BB88-494D-BFC2-28D23E81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624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76" name="ui-cls-cellt2-4">
            <a:extLst xmlns:a="http://schemas.openxmlformats.org/drawingml/2006/main">
              <a:ext uri="{FF2B5EF4-FFF2-40B4-BE49-F238E27FC236}">
                <a16:creationId xmlns:a16="http://schemas.microsoft.com/office/drawing/2014/main" id="{11C6B76D-F099-4170-BC86-43A3E60B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562475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Entregado</a:t>
            </a:r>
          </a:p>
        </p:txBody>
      </p:sp>
      <p:sp>
        <p:nvSpPr>
          <p:cNvPr id="77" name="ui-cls-cell2-5">
            <a:extLst xmlns:a="http://schemas.openxmlformats.org/drawingml/2006/main">
              <a:ext uri="{FF2B5EF4-FFF2-40B4-BE49-F238E27FC236}">
                <a16:creationId xmlns:a16="http://schemas.microsoft.com/office/drawing/2014/main" id="{38C54C27-ABF3-4E80-BA74-2E4BC81B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36245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78" name="ui-cls-risk2">
            <a:extLst xmlns:a="http://schemas.openxmlformats.org/drawingml/2006/main">
              <a:ext uri="{FF2B5EF4-FFF2-40B4-BE49-F238E27FC236}">
                <a16:creationId xmlns:a16="http://schemas.microsoft.com/office/drawing/2014/main" id="{D80CCDDE-8FD4-457E-BC54-35EF7C2D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33900"/>
            <a:ext cx="10287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6ED"/>
          </a:solidFill>
          <a:ln xmlns:a="http://schemas.openxmlformats.org/drawingml/2006/main" w="0">
            <a:solidFill>
              <a:srgbClr val="E9F6ED"/>
            </a:solidFill>
            <a:prstDash val="solid"/>
          </a:ln>
        </p:spPr>
      </p:sp>
      <p:sp>
        <p:nvSpPr>
          <p:cNvPr id="79" name="ui-cls-risk2t">
            <a:extLst xmlns:a="http://schemas.openxmlformats.org/drawingml/2006/main">
              <a:ext uri="{FF2B5EF4-FFF2-40B4-BE49-F238E27FC236}">
                <a16:creationId xmlns:a16="http://schemas.microsoft.com/office/drawing/2014/main" id="{CEDABA90-92BA-4DDB-899F-284BAA8E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81525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7D4A"/>
                </a:solidFill>
              </a:defRPr>
            </a:pPr>
            <a:r>
              <a:rPr sz="825" b="1">
                <a:solidFill>
                  <a:srgbClr val="2F7D4A"/>
                </a:solidFill>
              </a:rPr>
              <a:t>12% · BAJO</a:t>
            </a:r>
          </a:p>
        </p:txBody>
      </p:sp>
      <p:sp>
        <p:nvSpPr>
          <p:cNvPr id="80" name="ui-cls-cell2-6">
            <a:extLst xmlns:a="http://schemas.openxmlformats.org/drawingml/2006/main">
              <a:ext uri="{FF2B5EF4-FFF2-40B4-BE49-F238E27FC236}">
                <a16:creationId xmlns:a16="http://schemas.microsoft.com/office/drawing/2014/main" id="{17AA7F5C-2A13-4C4F-83BE-35DC488F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3624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8"/>
            </a:solidFill>
            <a:prstDash val="solid"/>
          </a:ln>
        </p:spPr>
      </p:sp>
      <p:sp>
        <p:nvSpPr>
          <p:cNvPr id="81" name="ui-cls-act2">
            <a:extLst xmlns:a="http://schemas.openxmlformats.org/drawingml/2006/main">
              <a:ext uri="{FF2B5EF4-FFF2-40B4-BE49-F238E27FC236}">
                <a16:creationId xmlns:a16="http://schemas.microsoft.com/office/drawing/2014/main" id="{A03F304B-AE5D-4DC8-8C99-032A38D6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14850"/>
            <a:ext cx="62865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C4CB"/>
            </a:solidFill>
            <a:prstDash val="solid"/>
          </a:ln>
        </p:spPr>
      </p:sp>
      <p:sp>
        <p:nvSpPr>
          <p:cNvPr id="82" name="ui-cls-actt2">
            <a:extLst xmlns:a="http://schemas.openxmlformats.org/drawingml/2006/main">
              <a:ext uri="{FF2B5EF4-FFF2-40B4-BE49-F238E27FC236}">
                <a16:creationId xmlns:a16="http://schemas.microsoft.com/office/drawing/2014/main" id="{C9577BF8-FDEF-436A-8279-F6510E22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81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2525"/>
                </a:solidFill>
              </a:defRPr>
            </a:pPr>
            <a:r>
              <a:rPr sz="825" b="1">
                <a:solidFill>
                  <a:srgbClr val="252525"/>
                </a:solidFill>
              </a:rPr>
              <a:t>Ver</a:t>
            </a:r>
          </a:p>
        </p:txBody>
      </p:sp>
      <p:sp>
        <p:nvSpPr>
          <p:cNvPr id="83" name="ui-cls-callout">
            <a:extLst xmlns:a="http://schemas.openxmlformats.org/drawingml/2006/main">
              <a:ext uri="{FF2B5EF4-FFF2-40B4-BE49-F238E27FC236}">
                <a16:creationId xmlns:a16="http://schemas.microsoft.com/office/drawing/2014/main" id="{DF87C7D5-44DD-4519-A936-29F0DB79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38475"/>
            <a:ext cx="2914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2C7"/>
            </a:solidFill>
            <a:prstDash val="solid"/>
          </a:ln>
        </p:spPr>
      </p:sp>
      <p:sp>
        <p:nvSpPr>
          <p:cNvPr id="84" name="ui-cls-new">
            <a:extLst xmlns:a="http://schemas.openxmlformats.org/drawingml/2006/main">
              <a:ext uri="{FF2B5EF4-FFF2-40B4-BE49-F238E27FC236}">
                <a16:creationId xmlns:a16="http://schemas.microsoft.com/office/drawing/2014/main" id="{5FE53785-48E7-460C-B7DC-2A425C4D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09925"/>
            <a:ext cx="11049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C"/>
          </a:solidFill>
          <a:ln xmlns:a="http://schemas.openxmlformats.org/drawingml/2006/main" w="0">
            <a:solidFill>
              <a:srgbClr val="EAF1FC"/>
            </a:solidFill>
            <a:prstDash val="solid"/>
          </a:ln>
        </p:spPr>
      </p:sp>
      <p:sp>
        <p:nvSpPr>
          <p:cNvPr id="85" name="ui-cls-newt">
            <a:extLst xmlns:a="http://schemas.openxmlformats.org/drawingml/2006/main">
              <a:ext uri="{FF2B5EF4-FFF2-40B4-BE49-F238E27FC236}">
                <a16:creationId xmlns:a16="http://schemas.microsoft.com/office/drawing/2014/main" id="{BF74E75D-72A6-4ACF-B8A1-E571F28B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575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62C7"/>
                </a:solidFill>
              </a:defRPr>
            </a:pPr>
            <a:r>
              <a:rPr sz="825" b="1">
                <a:solidFill>
                  <a:srgbClr val="2F62C7"/>
                </a:solidFill>
              </a:rPr>
              <a:t>NUEVA SECCIÓN</a:t>
            </a:r>
          </a:p>
        </p:txBody>
      </p:sp>
      <p:sp>
        <p:nvSpPr>
          <p:cNvPr id="86" name="ui-cls-calltitle">
            <a:extLst xmlns:a="http://schemas.openxmlformats.org/drawingml/2006/main">
              <a:ext uri="{FF2B5EF4-FFF2-40B4-BE49-F238E27FC236}">
                <a16:creationId xmlns:a16="http://schemas.microsoft.com/office/drawing/2014/main" id="{04F53353-B917-40E5-BE8B-7C81ADF3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528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56B"/>
                </a:solidFill>
              </a:defRPr>
            </a:pPr>
            <a:r>
              <a:rPr sz="1425" b="1">
                <a:solidFill>
                  <a:srgbClr val="12356B"/>
                </a:solidFill>
              </a:rPr>
              <a:t>Riesgo de cancelación</a:t>
            </a:r>
          </a:p>
        </p:txBody>
      </p:sp>
      <p:sp>
        <p:nvSpPr>
          <p:cNvPr id="87" name="ui-cls-callbody">
            <a:extLst xmlns:a="http://schemas.openxmlformats.org/drawingml/2006/main">
              <a:ext uri="{FF2B5EF4-FFF2-40B4-BE49-F238E27FC236}">
                <a16:creationId xmlns:a16="http://schemas.microsoft.com/office/drawing/2014/main" id="{8220F601-1813-42AC-8E8C-45A70809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671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52525"/>
                </a:solidFill>
              </a:defRPr>
            </a:pPr>
            <a:r>
              <a:rPr sz="975" b="0">
                <a:solidFill>
                  <a:srgbClr val="252525"/>
                </a:solidFill>
              </a:rPr>
              <a:t>• Muestra una probabilidad por pedido.</a:t>
            </a:r>
          </a:p>
          <a:p xmlns:a="http://schemas.openxmlformats.org/drawingml/2006/main">
            <a:pPr algn="l">
              <a:defRPr sz="975" b="0">
                <a:solidFill>
                  <a:srgbClr val="252525"/>
                </a:solidFill>
              </a:defRPr>
            </a:pPr>
            <a:r>
              <a:rPr sz="975" b="0">
                <a:solidFill>
                  <a:srgbClr val="252525"/>
                </a:solidFill>
              </a:rPr>
              <a:t>• Ordena la atención del personal.</a:t>
            </a:r>
          </a:p>
          <a:p xmlns:a="http://schemas.openxmlformats.org/drawingml/2006/main">
            <a:pPr algn="l">
              <a:defRPr sz="975" b="0">
                <a:solidFill>
                  <a:srgbClr val="252525"/>
                </a:solidFill>
              </a:defRPr>
            </a:pPr>
            <a:r>
              <a:rPr sz="975" b="0">
                <a:solidFill>
                  <a:srgbClr val="252525"/>
                </a:solidFill>
              </a:rPr>
              <a:t>• Alto, medio y bajo se distinguen por color.</a:t>
            </a:r>
          </a:p>
          <a:p xmlns:a="http://schemas.openxmlformats.org/drawingml/2006/main">
            <a:pPr algn="l">
              <a:defRPr sz="975" b="0">
                <a:solidFill>
                  <a:srgbClr val="252525"/>
                </a:solidFill>
              </a:defRPr>
            </a:pPr>
            <a:r>
              <a:rPr sz="975" b="0">
                <a:solidFill>
                  <a:srgbClr val="252525"/>
                </a:solidFill>
              </a:rPr>
              <a:t>• No cancela pedidos automáticamente.</a:t>
            </a:r>
          </a:p>
        </p:txBody>
      </p:sp>
      <p:sp>
        <p:nvSpPr>
          <p:cNvPr id="88" name="ui-cls-note">
            <a:extLst xmlns:a="http://schemas.openxmlformats.org/drawingml/2006/main">
              <a:ext uri="{FF2B5EF4-FFF2-40B4-BE49-F238E27FC236}">
                <a16:creationId xmlns:a16="http://schemas.microsoft.com/office/drawing/2014/main" id="{4B0CD83B-D25D-43CB-81DC-36D98B33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Ejemplo visual de integración · La predicción se calcula con los datos del pedido y se actualiza al registrarlo.</a:t>
            </a:r>
          </a:p>
        </p:txBody>
      </p:sp>
    </p:spTree>
    <p:extLst>
      <p:ext uri="{BB962C8B-B14F-4D97-AF65-F5344CB8AC3E}">
        <p14:creationId xmlns:p14="http://schemas.microsoft.com/office/powerpoint/2010/main" val="1451545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ui-rec-kicker">
            <a:extLst xmlns:a="http://schemas.openxmlformats.org/drawingml/2006/main">
              <a:ext uri="{FF2B5EF4-FFF2-40B4-BE49-F238E27FC236}">
                <a16:creationId xmlns:a16="http://schemas.microsoft.com/office/drawing/2014/main" id="{262BCD01-D857-4A58-8DF6-6E0B1FEE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2C7"/>
                </a:solidFill>
              </a:defRPr>
            </a:pPr>
            <a:r>
              <a:rPr sz="1125" b="1">
                <a:solidFill>
                  <a:srgbClr val="2F62C7"/>
                </a:solidFill>
              </a:rPr>
              <a:t>IMPLEMENTACIÓN VISUAL · RECOMENDACIÓN</a:t>
            </a:r>
          </a:p>
        </p:txBody>
      </p:sp>
      <p:sp>
        <p:nvSpPr>
          <p:cNvPr id="2" name="ui-rec-title">
            <a:extLst xmlns:a="http://schemas.openxmlformats.org/drawingml/2006/main">
              <a:ext uri="{FF2B5EF4-FFF2-40B4-BE49-F238E27FC236}">
                <a16:creationId xmlns:a16="http://schemas.microsoft.com/office/drawing/2014/main" id="{5525A1C7-629E-43B4-87B5-1D2AEF69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56B"/>
                </a:solidFill>
              </a:defRPr>
            </a:pPr>
            <a:r>
              <a:rPr sz="2550" b="1">
                <a:solidFill>
                  <a:srgbClr val="12356B"/>
                </a:solidFill>
              </a:rPr>
              <a:t>Productos relacionados dentro del carrito</a:t>
            </a:r>
          </a:p>
        </p:txBody>
      </p:sp>
      <p:sp>
        <p:nvSpPr>
          <p:cNvPr id="3" name="ui-rec-subtitle">
            <a:extLst xmlns:a="http://schemas.openxmlformats.org/drawingml/2006/main">
              <a:ext uri="{FF2B5EF4-FFF2-40B4-BE49-F238E27FC236}">
                <a16:creationId xmlns:a16="http://schemas.microsoft.com/office/drawing/2014/main" id="{10B0A02C-952D-4F89-984B-BCFF9100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14400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El filtrado colaborativo item-item aprovecha compras anteriores para sugerir artículos que suelen adquirirse juntos.</a:t>
            </a:r>
          </a:p>
        </p:txBody>
      </p:sp>
      <p:sp>
        <p:nvSpPr>
          <p:cNvPr id="4" name="ui-rec-page">
            <a:extLst xmlns:a="http://schemas.openxmlformats.org/drawingml/2006/main">
              <a:ext uri="{FF2B5EF4-FFF2-40B4-BE49-F238E27FC236}">
                <a16:creationId xmlns:a16="http://schemas.microsoft.com/office/drawing/2014/main" id="{2D7C4C63-9D5F-4EC3-8BA6-17E49233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5</a:t>
            </a:r>
          </a:p>
        </p:txBody>
      </p:sp>
      <p:sp>
        <p:nvSpPr>
          <p:cNvPr id="5" name="ui-rec-browser">
            <a:extLst xmlns:a="http://schemas.openxmlformats.org/drawingml/2006/main">
              <a:ext uri="{FF2B5EF4-FFF2-40B4-BE49-F238E27FC236}">
                <a16:creationId xmlns:a16="http://schemas.microsoft.com/office/drawing/2014/main" id="{DF053081-BD94-4BE9-B6FC-177D0B40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11239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AF8F5"/>
          </a:solidFill>
          <a:ln xmlns:a="http://schemas.openxmlformats.org/drawingml/2006/main" w="14288">
            <a:solidFill>
              <a:srgbClr val="C9CED6"/>
            </a:solidFill>
            <a:prstDash val="solid"/>
          </a:ln>
        </p:spPr>
      </p:sp>
      <p:sp>
        <p:nvSpPr>
          <p:cNvPr id="6" name="ui-rec-browserbar">
            <a:extLst xmlns:a="http://schemas.openxmlformats.org/drawingml/2006/main">
              <a:ext uri="{FF2B5EF4-FFF2-40B4-BE49-F238E27FC236}">
                <a16:creationId xmlns:a16="http://schemas.microsoft.com/office/drawing/2014/main" id="{A4E2D6C3-EAE9-465D-A52B-F51975E9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11239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7" name="ui-rec-dot0">
            <a:extLst xmlns:a="http://schemas.openxmlformats.org/drawingml/2006/main">
              <a:ext uri="{FF2B5EF4-FFF2-40B4-BE49-F238E27FC236}">
                <a16:creationId xmlns:a16="http://schemas.microsoft.com/office/drawing/2014/main" id="{2B1E3E4D-661A-4CEA-B47C-A1587001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8" name="ui-rec-dot1">
            <a:extLst xmlns:a="http://schemas.openxmlformats.org/drawingml/2006/main">
              <a:ext uri="{FF2B5EF4-FFF2-40B4-BE49-F238E27FC236}">
                <a16:creationId xmlns:a16="http://schemas.microsoft.com/office/drawing/2014/main" id="{F0562E5F-B527-41A7-866F-4CD40AD9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57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9" name="ui-rec-dot2">
            <a:extLst xmlns:a="http://schemas.openxmlformats.org/drawingml/2006/main">
              <a:ext uri="{FF2B5EF4-FFF2-40B4-BE49-F238E27FC236}">
                <a16:creationId xmlns:a16="http://schemas.microsoft.com/office/drawing/2014/main" id="{C3B1EAAB-C730-406E-9319-BB76CB09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57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C27A"/>
          </a:solidFill>
          <a:ln xmlns:a="http://schemas.openxmlformats.org/drawingml/2006/main" w="0">
            <a:solidFill>
              <a:srgbClr val="55C27A"/>
            </a:solidFill>
            <a:prstDash val="solid"/>
          </a:ln>
        </p:spPr>
      </p:sp>
      <p:sp>
        <p:nvSpPr>
          <p:cNvPr id="10" name="ui-rec-url">
            <a:extLst xmlns:a="http://schemas.openxmlformats.org/drawingml/2006/main">
              <a:ext uri="{FF2B5EF4-FFF2-40B4-BE49-F238E27FC236}">
                <a16:creationId xmlns:a16="http://schemas.microsoft.com/office/drawing/2014/main" id="{592B3030-9423-424E-B629-3F7369A6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409700"/>
            <a:ext cx="8858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0">
            <a:solidFill>
              <a:srgbClr val="F1F3F6"/>
            </a:solidFill>
            <a:prstDash val="solid"/>
          </a:ln>
        </p:spPr>
      </p:sp>
      <p:sp>
        <p:nvSpPr>
          <p:cNvPr id="11" name="ui-rec-urltext">
            <a:extLst xmlns:a="http://schemas.openxmlformats.org/drawingml/2006/main">
              <a:ext uri="{FF2B5EF4-FFF2-40B4-BE49-F238E27FC236}">
                <a16:creationId xmlns:a16="http://schemas.microsoft.com/office/drawing/2014/main" id="{F2525EF8-B4DA-4B9F-B441-26FF9B28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438275"/>
            <a:ext cx="8524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distribuidora-panamericana.com/carrito</a:t>
            </a:r>
          </a:p>
        </p:txBody>
      </p:sp>
      <p:sp>
        <p:nvSpPr>
          <p:cNvPr id="12" name="ui-rec-nav">
            <a:extLst xmlns:a="http://schemas.openxmlformats.org/drawingml/2006/main">
              <a:ext uri="{FF2B5EF4-FFF2-40B4-BE49-F238E27FC236}">
                <a16:creationId xmlns:a16="http://schemas.microsoft.com/office/drawing/2014/main" id="{F9EDECB5-4314-4C36-AE34-3DBDF837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95450"/>
            <a:ext cx="11220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A"/>
            </a:solidFill>
            <a:prstDash val="solid"/>
          </a:ln>
        </p:spPr>
      </p:sp>
      <p:sp>
        <p:nvSpPr>
          <p:cNvPr id="13" name="ui-rec-logo">
            <a:extLst xmlns:a="http://schemas.openxmlformats.org/drawingml/2006/main">
              <a:ext uri="{FF2B5EF4-FFF2-40B4-BE49-F238E27FC236}">
                <a16:creationId xmlns:a16="http://schemas.microsoft.com/office/drawing/2014/main" id="{25F47CAB-EF20-4F28-B720-EEE6B4E3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2880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356B"/>
                </a:solidFill>
              </a:defRPr>
            </a:pPr>
            <a:r>
              <a:rPr sz="975" b="1">
                <a:solidFill>
                  <a:srgbClr val="12356B"/>
                </a:solidFill>
              </a:rPr>
              <a:t>PANAMERICANA</a:t>
            </a:r>
          </a:p>
        </p:txBody>
      </p:sp>
      <p:sp>
        <p:nvSpPr>
          <p:cNvPr id="14" name="ui-rec-links">
            <a:extLst xmlns:a="http://schemas.openxmlformats.org/drawingml/2006/main">
              <a:ext uri="{FF2B5EF4-FFF2-40B4-BE49-F238E27FC236}">
                <a16:creationId xmlns:a16="http://schemas.microsoft.com/office/drawing/2014/main" id="{B1423F1E-6EF5-4C2D-94BF-C544A974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28800"/>
            <a:ext cx="4286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Catálogo     Productos     Ubicación     Contacto</a:t>
            </a:r>
          </a:p>
        </p:txBody>
      </p:sp>
      <p:sp>
        <p:nvSpPr>
          <p:cNvPr id="15" name="ui-rec-search">
            <a:extLst xmlns:a="http://schemas.openxmlformats.org/drawingml/2006/main">
              <a:ext uri="{FF2B5EF4-FFF2-40B4-BE49-F238E27FC236}">
                <a16:creationId xmlns:a16="http://schemas.microsoft.com/office/drawing/2014/main" id="{D60CA345-C02A-46C7-AFF2-167DFD92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781175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FE4"/>
          </a:solidFill>
          <a:ln xmlns:a="http://schemas.openxmlformats.org/drawingml/2006/main" w="9525">
            <a:solidFill>
              <a:srgbClr val="F1E3D3"/>
            </a:solidFill>
            <a:prstDash val="solid"/>
          </a:ln>
        </p:spPr>
      </p:sp>
      <p:sp>
        <p:nvSpPr>
          <p:cNvPr id="16" name="ui-rec-searcht">
            <a:extLst xmlns:a="http://schemas.openxmlformats.org/drawingml/2006/main">
              <a:ext uri="{FF2B5EF4-FFF2-40B4-BE49-F238E27FC236}">
                <a16:creationId xmlns:a16="http://schemas.microsoft.com/office/drawing/2014/main" id="{89150A24-2CB2-46CA-A1C1-91871A0C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478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948B"/>
                </a:solidFill>
              </a:defRPr>
            </a:pPr>
            <a:r>
              <a:rPr sz="750" b="0">
                <a:solidFill>
                  <a:srgbClr val="9B948B"/>
                </a:solidFill>
              </a:rPr>
              <a:t>Buscar producto</a:t>
            </a:r>
          </a:p>
        </p:txBody>
      </p:sp>
      <p:sp>
        <p:nvSpPr>
          <p:cNvPr id="17" name="ui-rec-icons">
            <a:extLst xmlns:a="http://schemas.openxmlformats.org/drawingml/2006/main">
              <a:ext uri="{FF2B5EF4-FFF2-40B4-BE49-F238E27FC236}">
                <a16:creationId xmlns:a16="http://schemas.microsoft.com/office/drawing/2014/main" id="{FCF2209C-939F-4B86-939F-A0DD0D23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18288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☾   ▣   ♙</a:t>
            </a:r>
          </a:p>
        </p:txBody>
      </p:sp>
      <p:sp>
        <p:nvSpPr>
          <p:cNvPr id="18" name="ui-rec-heading">
            <a:extLst xmlns:a="http://schemas.openxmlformats.org/drawingml/2006/main">
              <a:ext uri="{FF2B5EF4-FFF2-40B4-BE49-F238E27FC236}">
                <a16:creationId xmlns:a16="http://schemas.microsoft.com/office/drawing/2014/main" id="{C24DC391-58C2-439C-BF95-080A4817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Tu Carrito de Compras</a:t>
            </a:r>
          </a:p>
        </p:txBody>
      </p:sp>
      <p:sp>
        <p:nvSpPr>
          <p:cNvPr id="19" name="ui-rec-item0">
            <a:extLst xmlns:a="http://schemas.openxmlformats.org/drawingml/2006/main">
              <a:ext uri="{FF2B5EF4-FFF2-40B4-BE49-F238E27FC236}">
                <a16:creationId xmlns:a16="http://schemas.microsoft.com/office/drawing/2014/main" id="{15479076-1692-4A0E-995A-928C95FE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63817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ED7"/>
            </a:solidFill>
            <a:prstDash val="solid"/>
          </a:ln>
        </p:spPr>
      </p:sp>
      <p:sp>
        <p:nvSpPr>
          <p:cNvPr id="20" name="ui-rec-pic0">
            <a:extLst xmlns:a="http://schemas.openxmlformats.org/drawingml/2006/main">
              <a:ext uri="{FF2B5EF4-FFF2-40B4-BE49-F238E27FC236}">
                <a16:creationId xmlns:a16="http://schemas.microsoft.com/office/drawing/2014/main" id="{7FE4C37D-C683-453C-ADAA-5EC3E1D6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4381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DEBE2"/>
          </a:solidFill>
          <a:ln xmlns:a="http://schemas.openxmlformats.org/drawingml/2006/main" w="9525">
            <a:solidFill>
              <a:srgbClr val="D7D2CB"/>
            </a:solidFill>
            <a:prstDash val="solid"/>
          </a:ln>
        </p:spPr>
      </p:sp>
      <p:sp>
        <p:nvSpPr>
          <p:cNvPr id="21" name="ui-rec-picicon0">
            <a:extLst xmlns:a="http://schemas.openxmlformats.org/drawingml/2006/main">
              <a:ext uri="{FF2B5EF4-FFF2-40B4-BE49-F238E27FC236}">
                <a16:creationId xmlns:a16="http://schemas.microsoft.com/office/drawing/2014/main" id="{3592FD6B-0401-48A3-A294-6AC6E040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7975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356B"/>
                </a:solidFill>
              </a:defRPr>
            </a:pPr>
            <a:r>
              <a:rPr sz="750" b="1">
                <a:solidFill>
                  <a:srgbClr val="12356B"/>
                </a:solidFill>
              </a:rPr>
              <a:t>GEL</a:t>
            </a:r>
          </a:p>
        </p:txBody>
      </p:sp>
      <p:sp>
        <p:nvSpPr>
          <p:cNvPr id="22" name="ui-rec-itemname0">
            <a:extLst xmlns:a="http://schemas.openxmlformats.org/drawingml/2006/main">
              <a:ext uri="{FF2B5EF4-FFF2-40B4-BE49-F238E27FC236}">
                <a16:creationId xmlns:a16="http://schemas.microsoft.com/office/drawing/2014/main" id="{52939428-EB4E-4E49-8AED-5BEF333D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24150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4x4 Gel para afeitar menta 485 ml</a:t>
            </a:r>
          </a:p>
        </p:txBody>
      </p:sp>
      <p:sp>
        <p:nvSpPr>
          <p:cNvPr id="23" name="ui-rec-qty0">
            <a:extLst xmlns:a="http://schemas.openxmlformats.org/drawingml/2006/main">
              <a:ext uri="{FF2B5EF4-FFF2-40B4-BE49-F238E27FC236}">
                <a16:creationId xmlns:a16="http://schemas.microsoft.com/office/drawing/2014/main" id="{6A204973-5BC8-425F-BDB7-7632134C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9527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Cantidad: 3</a:t>
            </a:r>
          </a:p>
        </p:txBody>
      </p:sp>
      <p:sp>
        <p:nvSpPr>
          <p:cNvPr id="24" name="ui-rec-price0">
            <a:extLst xmlns:a="http://schemas.openxmlformats.org/drawingml/2006/main">
              <a:ext uri="{FF2B5EF4-FFF2-40B4-BE49-F238E27FC236}">
                <a16:creationId xmlns:a16="http://schemas.microsoft.com/office/drawing/2014/main" id="{5BCC405B-D2ED-445F-A2EC-19CF649D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289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$255</a:t>
            </a:r>
          </a:p>
        </p:txBody>
      </p:sp>
      <p:sp>
        <p:nvSpPr>
          <p:cNvPr id="25" name="ui-rec-item1">
            <a:extLst xmlns:a="http://schemas.openxmlformats.org/drawingml/2006/main">
              <a:ext uri="{FF2B5EF4-FFF2-40B4-BE49-F238E27FC236}">
                <a16:creationId xmlns:a16="http://schemas.microsoft.com/office/drawing/2014/main" id="{757ED64C-DD95-4198-9536-0354B362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63817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ED7"/>
            </a:solidFill>
            <a:prstDash val="solid"/>
          </a:ln>
        </p:spPr>
      </p:sp>
      <p:sp>
        <p:nvSpPr>
          <p:cNvPr id="26" name="ui-rec-pic1">
            <a:extLst xmlns:a="http://schemas.openxmlformats.org/drawingml/2006/main">
              <a:ext uri="{FF2B5EF4-FFF2-40B4-BE49-F238E27FC236}">
                <a16:creationId xmlns:a16="http://schemas.microsoft.com/office/drawing/2014/main" id="{0DFAFF99-CDBB-47BC-BD6F-BDE807C2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381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CE5DD"/>
          </a:solidFill>
          <a:ln xmlns:a="http://schemas.openxmlformats.org/drawingml/2006/main" w="9525">
            <a:solidFill>
              <a:srgbClr val="D7D2CB"/>
            </a:solidFill>
            <a:prstDash val="solid"/>
          </a:ln>
        </p:spPr>
      </p:sp>
      <p:sp>
        <p:nvSpPr>
          <p:cNvPr id="27" name="ui-rec-picicon1">
            <a:extLst xmlns:a="http://schemas.openxmlformats.org/drawingml/2006/main">
              <a:ext uri="{FF2B5EF4-FFF2-40B4-BE49-F238E27FC236}">
                <a16:creationId xmlns:a16="http://schemas.microsoft.com/office/drawing/2014/main" id="{07D50C58-6077-4EBA-B32B-95E716ED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33775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356B"/>
                </a:solidFill>
              </a:defRPr>
            </a:pPr>
            <a:r>
              <a:rPr sz="750" b="1">
                <a:solidFill>
                  <a:srgbClr val="12356B"/>
                </a:solidFill>
              </a:rPr>
              <a:t>4×4</a:t>
            </a:r>
          </a:p>
        </p:txBody>
      </p:sp>
      <p:sp>
        <p:nvSpPr>
          <p:cNvPr id="28" name="ui-rec-itemname1">
            <a:extLst xmlns:a="http://schemas.openxmlformats.org/drawingml/2006/main">
              <a:ext uri="{FF2B5EF4-FFF2-40B4-BE49-F238E27FC236}">
                <a16:creationId xmlns:a16="http://schemas.microsoft.com/office/drawing/2014/main" id="{DA50DFC1-B991-42E7-A132-3E38801D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409950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4x4 Papel cuello negro 5 pz</a:t>
            </a:r>
          </a:p>
        </p:txBody>
      </p:sp>
      <p:sp>
        <p:nvSpPr>
          <p:cNvPr id="29" name="ui-rec-qty1">
            <a:extLst xmlns:a="http://schemas.openxmlformats.org/drawingml/2006/main">
              <a:ext uri="{FF2B5EF4-FFF2-40B4-BE49-F238E27FC236}">
                <a16:creationId xmlns:a16="http://schemas.microsoft.com/office/drawing/2014/main" id="{68F3EEAC-C838-490D-B9B9-F98A7769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38550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Cantidad: 2</a:t>
            </a:r>
          </a:p>
        </p:txBody>
      </p:sp>
      <p:sp>
        <p:nvSpPr>
          <p:cNvPr id="30" name="ui-rec-price1">
            <a:extLst xmlns:a="http://schemas.openxmlformats.org/drawingml/2006/main">
              <a:ext uri="{FF2B5EF4-FFF2-40B4-BE49-F238E27FC236}">
                <a16:creationId xmlns:a16="http://schemas.microsoft.com/office/drawing/2014/main" id="{FAA5D78D-4D04-43D2-9DDC-53909860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147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$300</a:t>
            </a:r>
          </a:p>
        </p:txBody>
      </p:sp>
      <p:sp>
        <p:nvSpPr>
          <p:cNvPr id="31" name="ui-rec-summary">
            <a:extLst xmlns:a="http://schemas.openxmlformats.org/drawingml/2006/main">
              <a:ext uri="{FF2B5EF4-FFF2-40B4-BE49-F238E27FC236}">
                <a16:creationId xmlns:a16="http://schemas.microsoft.com/office/drawing/2014/main" id="{24CB56C1-6413-4091-8A4C-42C6AAB5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95550"/>
            <a:ext cx="3905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DED7"/>
            </a:solidFill>
            <a:prstDash val="solid"/>
          </a:ln>
        </p:spPr>
      </p:sp>
      <p:sp>
        <p:nvSpPr>
          <p:cNvPr id="32" name="ui-rec-summarytitle">
            <a:extLst xmlns:a="http://schemas.openxmlformats.org/drawingml/2006/main">
              <a:ext uri="{FF2B5EF4-FFF2-40B4-BE49-F238E27FC236}">
                <a16:creationId xmlns:a16="http://schemas.microsoft.com/office/drawing/2014/main" id="{3819C400-9945-45B3-B86E-B21977E3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4795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Resumen del Pedido</a:t>
            </a:r>
          </a:p>
        </p:txBody>
      </p:sp>
      <p:sp>
        <p:nvSpPr>
          <p:cNvPr id="33" name="ui-rec-summarylines">
            <a:extLst xmlns:a="http://schemas.openxmlformats.org/drawingml/2006/main">
              <a:ext uri="{FF2B5EF4-FFF2-40B4-BE49-F238E27FC236}">
                <a16:creationId xmlns:a16="http://schemas.microsoft.com/office/drawing/2014/main" id="{049FE9CA-6D1D-4771-8D7A-E621197A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622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Subtotal</a:t>
            </a:r>
          </a:p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Envío</a:t>
            </a:r>
          </a:p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Total</a:t>
            </a:r>
          </a:p>
        </p:txBody>
      </p:sp>
      <p:sp>
        <p:nvSpPr>
          <p:cNvPr id="34" name="ui-rec-summaryvals">
            <a:extLst xmlns:a="http://schemas.openxmlformats.org/drawingml/2006/main">
              <a:ext uri="{FF2B5EF4-FFF2-40B4-BE49-F238E27FC236}">
                <a16:creationId xmlns:a16="http://schemas.microsoft.com/office/drawing/2014/main" id="{FB7DC4A9-7C3E-4662-BB0F-B44ADA1A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62275"/>
            <a:ext cx="904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$555</a:t>
            </a:r>
          </a:p>
          <a:p xmlns:a="http://schemas.openxmlformats.org/drawingml/2006/main">
            <a:pPr algn="r"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$0</a:t>
            </a:r>
          </a:p>
          <a:p xmlns:a="http://schemas.openxmlformats.org/drawingml/2006/main">
            <a:pPr algn="r"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$555</a:t>
            </a:r>
          </a:p>
        </p:txBody>
      </p:sp>
      <p:sp>
        <p:nvSpPr>
          <p:cNvPr id="35" name="ui-rec-pay">
            <a:extLst xmlns:a="http://schemas.openxmlformats.org/drawingml/2006/main">
              <a:ext uri="{FF2B5EF4-FFF2-40B4-BE49-F238E27FC236}">
                <a16:creationId xmlns:a16="http://schemas.microsoft.com/office/drawing/2014/main" id="{F8573692-38D3-4B78-997B-492A111C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76625"/>
            <a:ext cx="33909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36" name="ui-rec-payt">
            <a:extLst xmlns:a="http://schemas.openxmlformats.org/drawingml/2006/main">
              <a:ext uri="{FF2B5EF4-FFF2-40B4-BE49-F238E27FC236}">
                <a16:creationId xmlns:a16="http://schemas.microsoft.com/office/drawing/2014/main" id="{FF20DB83-6085-4553-8F85-99B0F2A4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3162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Continuar con el pedido</a:t>
            </a:r>
          </a:p>
        </p:txBody>
      </p:sp>
      <p:sp>
        <p:nvSpPr>
          <p:cNvPr id="37" name="ui-rec-reco">
            <a:extLst xmlns:a="http://schemas.openxmlformats.org/drawingml/2006/main">
              <a:ext uri="{FF2B5EF4-FFF2-40B4-BE49-F238E27FC236}">
                <a16:creationId xmlns:a16="http://schemas.microsoft.com/office/drawing/2014/main" id="{B00CD0D5-3154-4517-ACC5-F363CC82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975"/>
            <a:ext cx="106489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D4AF37"/>
            </a:solidFill>
            <a:prstDash val="solid"/>
          </a:ln>
        </p:spPr>
      </p:sp>
      <p:sp>
        <p:nvSpPr>
          <p:cNvPr id="38" name="ui-rec-model">
            <a:extLst xmlns:a="http://schemas.openxmlformats.org/drawingml/2006/main">
              <a:ext uri="{FF2B5EF4-FFF2-40B4-BE49-F238E27FC236}">
                <a16:creationId xmlns:a16="http://schemas.microsoft.com/office/drawing/2014/main" id="{3674FEE6-B2D7-42C5-8831-C006C7F5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3375"/>
            <a:ext cx="19240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0">
            <a:solidFill>
              <a:srgbClr val="FFF7D6"/>
            </a:solidFill>
            <a:prstDash val="solid"/>
          </a:ln>
        </p:spPr>
      </p:sp>
      <p:sp>
        <p:nvSpPr>
          <p:cNvPr id="39" name="ui-rec-modelt">
            <a:extLst xmlns:a="http://schemas.openxmlformats.org/drawingml/2006/main">
              <a:ext uri="{FF2B5EF4-FFF2-40B4-BE49-F238E27FC236}">
                <a16:creationId xmlns:a16="http://schemas.microsoft.com/office/drawing/2014/main" id="{2E614964-6ADD-436A-8B72-EDAF53DD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9100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A6A00"/>
                </a:solidFill>
              </a:defRPr>
            </a:pPr>
            <a:r>
              <a:rPr sz="825" b="1">
                <a:solidFill>
                  <a:srgbClr val="8A6A00"/>
                </a:solidFill>
              </a:rPr>
              <a:t>RECOMENDACIÓN ITEM–ITEM</a:t>
            </a:r>
          </a:p>
        </p:txBody>
      </p:sp>
      <p:sp>
        <p:nvSpPr>
          <p:cNvPr id="40" name="ui-rec-recotitle">
            <a:extLst xmlns:a="http://schemas.openxmlformats.org/drawingml/2006/main">
              <a:ext uri="{FF2B5EF4-FFF2-40B4-BE49-F238E27FC236}">
                <a16:creationId xmlns:a16="http://schemas.microsoft.com/office/drawing/2014/main" id="{4FAA0FAA-7317-4304-8A27-A070C1E0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También te puede interesar</a:t>
            </a:r>
          </a:p>
        </p:txBody>
      </p:sp>
      <p:sp>
        <p:nvSpPr>
          <p:cNvPr id="41" name="ui-rec-recosub">
            <a:extLst xmlns:a="http://schemas.openxmlformats.org/drawingml/2006/main">
              <a:ext uri="{FF2B5EF4-FFF2-40B4-BE49-F238E27FC236}">
                <a16:creationId xmlns:a16="http://schemas.microsoft.com/office/drawing/2014/main" id="{144EA3F7-BEDC-4ABD-9811-098F4CD9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958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Comprados frecuentemente junto con los productos de tu carrito</a:t>
            </a:r>
          </a:p>
        </p:txBody>
      </p:sp>
      <p:sp>
        <p:nvSpPr>
          <p:cNvPr id="42" name="ui-rec-card0">
            <a:extLst xmlns:a="http://schemas.openxmlformats.org/drawingml/2006/main">
              <a:ext uri="{FF2B5EF4-FFF2-40B4-BE49-F238E27FC236}">
                <a16:creationId xmlns:a16="http://schemas.microsoft.com/office/drawing/2014/main" id="{0587E210-0B6A-43B4-881A-75EEDCB0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81475"/>
            <a:ext cx="20383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ED7"/>
            </a:solidFill>
            <a:prstDash val="solid"/>
          </a:ln>
        </p:spPr>
      </p:sp>
      <p:sp>
        <p:nvSpPr>
          <p:cNvPr id="43" name="ui-rec-cardpic0">
            <a:extLst xmlns:a="http://schemas.openxmlformats.org/drawingml/2006/main">
              <a:ext uri="{FF2B5EF4-FFF2-40B4-BE49-F238E27FC236}">
                <a16:creationId xmlns:a16="http://schemas.microsoft.com/office/drawing/2014/main" id="{AB7FA086-C3A2-42D1-A592-CD47B04C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95775"/>
            <a:ext cx="5524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5EFE8"/>
          </a:solidFill>
          <a:ln xmlns:a="http://schemas.openxmlformats.org/drawingml/2006/main" w="9525">
            <a:solidFill>
              <a:srgbClr val="DED9D2"/>
            </a:solidFill>
            <a:prstDash val="solid"/>
          </a:ln>
        </p:spPr>
      </p:sp>
      <p:sp>
        <p:nvSpPr>
          <p:cNvPr id="44" name="ui-rec-cardicon0">
            <a:extLst xmlns:a="http://schemas.openxmlformats.org/drawingml/2006/main">
              <a:ext uri="{FF2B5EF4-FFF2-40B4-BE49-F238E27FC236}">
                <a16:creationId xmlns:a16="http://schemas.microsoft.com/office/drawing/2014/main" id="{192F8E73-2072-4641-AE66-7EF9B287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505325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2356B"/>
                </a:solidFill>
              </a:defRPr>
            </a:pPr>
            <a:r>
              <a:rPr sz="675" b="1">
                <a:solidFill>
                  <a:srgbClr val="12356B"/>
                </a:solidFill>
              </a:rPr>
              <a:t>ACEITE</a:t>
            </a:r>
          </a:p>
        </p:txBody>
      </p:sp>
      <p:sp>
        <p:nvSpPr>
          <p:cNvPr id="45" name="ui-rec-cardname0">
            <a:extLst xmlns:a="http://schemas.openxmlformats.org/drawingml/2006/main">
              <a:ext uri="{FF2B5EF4-FFF2-40B4-BE49-F238E27FC236}">
                <a16:creationId xmlns:a16="http://schemas.microsoft.com/office/drawing/2014/main" id="{CEC842AA-B3BC-4D6A-AC87-CC90FF31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148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Aceite para máquina</a:t>
            </a:r>
          </a:p>
        </p:txBody>
      </p:sp>
      <p:sp>
        <p:nvSpPr>
          <p:cNvPr id="46" name="ui-rec-cardprice0">
            <a:extLst xmlns:a="http://schemas.openxmlformats.org/drawingml/2006/main">
              <a:ext uri="{FF2B5EF4-FFF2-40B4-BE49-F238E27FC236}">
                <a16:creationId xmlns:a16="http://schemas.microsoft.com/office/drawing/2014/main" id="{16A160B7-C106-4437-B94C-99836005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86300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$95</a:t>
            </a:r>
          </a:p>
        </p:txBody>
      </p:sp>
      <p:sp>
        <p:nvSpPr>
          <p:cNvPr id="47" name="ui-rec-add0">
            <a:extLst xmlns:a="http://schemas.openxmlformats.org/drawingml/2006/main">
              <a:ext uri="{FF2B5EF4-FFF2-40B4-BE49-F238E27FC236}">
                <a16:creationId xmlns:a16="http://schemas.microsoft.com/office/drawing/2014/main" id="{632717A0-5299-4F36-BE73-604077C1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81575"/>
            <a:ext cx="10668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202124"/>
            </a:solidFill>
            <a:prstDash val="solid"/>
          </a:ln>
        </p:spPr>
      </p:sp>
      <p:sp>
        <p:nvSpPr>
          <p:cNvPr id="48" name="ui-rec-addt0">
            <a:extLst xmlns:a="http://schemas.openxmlformats.org/drawingml/2006/main">
              <a:ext uri="{FF2B5EF4-FFF2-40B4-BE49-F238E27FC236}">
                <a16:creationId xmlns:a16="http://schemas.microsoft.com/office/drawing/2014/main" id="{ABD5CAC0-B208-4222-8E94-849062F8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048250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Agregar</a:t>
            </a:r>
          </a:p>
        </p:txBody>
      </p:sp>
      <p:sp>
        <p:nvSpPr>
          <p:cNvPr id="49" name="ui-rec-card1">
            <a:extLst xmlns:a="http://schemas.openxmlformats.org/drawingml/2006/main">
              <a:ext uri="{FF2B5EF4-FFF2-40B4-BE49-F238E27FC236}">
                <a16:creationId xmlns:a16="http://schemas.microsoft.com/office/drawing/2014/main" id="{37432B39-50D1-4CCF-B1A0-7AB7D9E5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81475"/>
            <a:ext cx="20383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ED7"/>
            </a:solidFill>
            <a:prstDash val="solid"/>
          </a:ln>
        </p:spPr>
      </p:sp>
      <p:sp>
        <p:nvSpPr>
          <p:cNvPr id="50" name="ui-rec-cardpic1">
            <a:extLst xmlns:a="http://schemas.openxmlformats.org/drawingml/2006/main">
              <a:ext uri="{FF2B5EF4-FFF2-40B4-BE49-F238E27FC236}">
                <a16:creationId xmlns:a16="http://schemas.microsoft.com/office/drawing/2014/main" id="{72287EB1-B966-4F70-9935-36B59937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95775"/>
            <a:ext cx="5524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 w="9525">
            <a:solidFill>
              <a:srgbClr val="DED9D2"/>
            </a:solidFill>
            <a:prstDash val="solid"/>
          </a:ln>
        </p:spPr>
      </p:sp>
      <p:sp>
        <p:nvSpPr>
          <p:cNvPr id="51" name="ui-rec-cardicon1">
            <a:extLst xmlns:a="http://schemas.openxmlformats.org/drawingml/2006/main">
              <a:ext uri="{FF2B5EF4-FFF2-40B4-BE49-F238E27FC236}">
                <a16:creationId xmlns:a16="http://schemas.microsoft.com/office/drawing/2014/main" id="{D2D67C4B-89FA-41C1-9240-EA304103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505325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2356B"/>
                </a:solidFill>
              </a:defRPr>
            </a:pPr>
            <a:r>
              <a:rPr sz="675" b="1">
                <a:solidFill>
                  <a:srgbClr val="12356B"/>
                </a:solidFill>
              </a:rPr>
              <a:t>NAVAJA</a:t>
            </a:r>
          </a:p>
        </p:txBody>
      </p:sp>
      <p:sp>
        <p:nvSpPr>
          <p:cNvPr id="52" name="ui-rec-cardname1">
            <a:extLst xmlns:a="http://schemas.openxmlformats.org/drawingml/2006/main">
              <a:ext uri="{FF2B5EF4-FFF2-40B4-BE49-F238E27FC236}">
                <a16:creationId xmlns:a16="http://schemas.microsoft.com/office/drawing/2014/main" id="{6808BCA6-ACCD-42C4-88D1-66AF3738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148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Navaja profesional</a:t>
            </a:r>
          </a:p>
        </p:txBody>
      </p:sp>
      <p:sp>
        <p:nvSpPr>
          <p:cNvPr id="53" name="ui-rec-cardprice1">
            <a:extLst xmlns:a="http://schemas.openxmlformats.org/drawingml/2006/main">
              <a:ext uri="{FF2B5EF4-FFF2-40B4-BE49-F238E27FC236}">
                <a16:creationId xmlns:a16="http://schemas.microsoft.com/office/drawing/2014/main" id="{772EC303-736D-4A33-988E-F9A43E78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86300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$210</a:t>
            </a:r>
          </a:p>
        </p:txBody>
      </p:sp>
      <p:sp>
        <p:nvSpPr>
          <p:cNvPr id="54" name="ui-rec-add1">
            <a:extLst xmlns:a="http://schemas.openxmlformats.org/drawingml/2006/main">
              <a:ext uri="{FF2B5EF4-FFF2-40B4-BE49-F238E27FC236}">
                <a16:creationId xmlns:a16="http://schemas.microsoft.com/office/drawing/2014/main" id="{0B7089A0-5716-4D61-A7BA-D6A3117E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81575"/>
            <a:ext cx="10668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202124"/>
            </a:solidFill>
            <a:prstDash val="solid"/>
          </a:ln>
        </p:spPr>
      </p:sp>
      <p:sp>
        <p:nvSpPr>
          <p:cNvPr id="55" name="ui-rec-addt1">
            <a:extLst xmlns:a="http://schemas.openxmlformats.org/drawingml/2006/main">
              <a:ext uri="{FF2B5EF4-FFF2-40B4-BE49-F238E27FC236}">
                <a16:creationId xmlns:a16="http://schemas.microsoft.com/office/drawing/2014/main" id="{66289469-D0B4-4F9F-A609-59A9BA99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048250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Agregar</a:t>
            </a:r>
          </a:p>
        </p:txBody>
      </p:sp>
      <p:sp>
        <p:nvSpPr>
          <p:cNvPr id="56" name="ui-rec-card2">
            <a:extLst xmlns:a="http://schemas.openxmlformats.org/drawingml/2006/main">
              <a:ext uri="{FF2B5EF4-FFF2-40B4-BE49-F238E27FC236}">
                <a16:creationId xmlns:a16="http://schemas.microsoft.com/office/drawing/2014/main" id="{AF4C1ABA-897B-47D4-AD12-60F9E271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81475"/>
            <a:ext cx="20383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ED7"/>
            </a:solidFill>
            <a:prstDash val="solid"/>
          </a:ln>
        </p:spPr>
      </p:sp>
      <p:sp>
        <p:nvSpPr>
          <p:cNvPr id="57" name="ui-rec-cardpic2">
            <a:extLst xmlns:a="http://schemas.openxmlformats.org/drawingml/2006/main">
              <a:ext uri="{FF2B5EF4-FFF2-40B4-BE49-F238E27FC236}">
                <a16:creationId xmlns:a16="http://schemas.microsoft.com/office/drawing/2014/main" id="{13722B8B-43CD-4AB5-89E4-B2C935F0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95775"/>
            <a:ext cx="5524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3E8DD"/>
          </a:solidFill>
          <a:ln xmlns:a="http://schemas.openxmlformats.org/drawingml/2006/main" w="9525">
            <a:solidFill>
              <a:srgbClr val="DED9D2"/>
            </a:solidFill>
            <a:prstDash val="solid"/>
          </a:ln>
        </p:spPr>
      </p:sp>
      <p:sp>
        <p:nvSpPr>
          <p:cNvPr id="58" name="ui-rec-cardicon2">
            <a:extLst xmlns:a="http://schemas.openxmlformats.org/drawingml/2006/main">
              <a:ext uri="{FF2B5EF4-FFF2-40B4-BE49-F238E27FC236}">
                <a16:creationId xmlns:a16="http://schemas.microsoft.com/office/drawing/2014/main" id="{A1FD57A8-4C2E-43C7-AAAA-4233A6B4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505325"/>
            <a:ext cx="495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2356B"/>
                </a:solidFill>
              </a:defRPr>
            </a:pPr>
            <a:r>
              <a:rPr sz="675" b="1">
                <a:solidFill>
                  <a:srgbClr val="12356B"/>
                </a:solidFill>
              </a:rPr>
              <a:t>TALCO</a:t>
            </a:r>
          </a:p>
        </p:txBody>
      </p:sp>
      <p:sp>
        <p:nvSpPr>
          <p:cNvPr id="59" name="ui-rec-cardname2">
            <a:extLst xmlns:a="http://schemas.openxmlformats.org/drawingml/2006/main">
              <a:ext uri="{FF2B5EF4-FFF2-40B4-BE49-F238E27FC236}">
                <a16:creationId xmlns:a16="http://schemas.microsoft.com/office/drawing/2014/main" id="{3D356E93-E1F2-4E42-974B-FFA47BB5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3148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Talco para barbería</a:t>
            </a:r>
          </a:p>
        </p:txBody>
      </p:sp>
      <p:sp>
        <p:nvSpPr>
          <p:cNvPr id="60" name="ui-rec-cardprice2">
            <a:extLst xmlns:a="http://schemas.openxmlformats.org/drawingml/2006/main">
              <a:ext uri="{FF2B5EF4-FFF2-40B4-BE49-F238E27FC236}">
                <a16:creationId xmlns:a16="http://schemas.microsoft.com/office/drawing/2014/main" id="{FE96AC98-3B9B-41D5-A84E-CF97516A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86300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$120</a:t>
            </a:r>
          </a:p>
        </p:txBody>
      </p:sp>
      <p:sp>
        <p:nvSpPr>
          <p:cNvPr id="61" name="ui-rec-add2">
            <a:extLst xmlns:a="http://schemas.openxmlformats.org/drawingml/2006/main">
              <a:ext uri="{FF2B5EF4-FFF2-40B4-BE49-F238E27FC236}">
                <a16:creationId xmlns:a16="http://schemas.microsoft.com/office/drawing/2014/main" id="{25B22D84-2371-4EBC-92CD-AE4A5592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81575"/>
            <a:ext cx="10668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202124"/>
            </a:solidFill>
            <a:prstDash val="solid"/>
          </a:ln>
        </p:spPr>
      </p:sp>
      <p:sp>
        <p:nvSpPr>
          <p:cNvPr id="62" name="ui-rec-addt2">
            <a:extLst xmlns:a="http://schemas.openxmlformats.org/drawingml/2006/main">
              <a:ext uri="{FF2B5EF4-FFF2-40B4-BE49-F238E27FC236}">
                <a16:creationId xmlns:a16="http://schemas.microsoft.com/office/drawing/2014/main" id="{D73D054A-E724-432F-B0B4-2B7DCD6F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048250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Agregar</a:t>
            </a:r>
          </a:p>
        </p:txBody>
      </p:sp>
      <p:sp>
        <p:nvSpPr>
          <p:cNvPr id="63" name="ui-rec-note">
            <a:extLst xmlns:a="http://schemas.openxmlformats.org/drawingml/2006/main">
              <a:ext uri="{FF2B5EF4-FFF2-40B4-BE49-F238E27FC236}">
                <a16:creationId xmlns:a16="http://schemas.microsoft.com/office/drawing/2014/main" id="{ABA23417-F4B1-40F8-95AA-86792E63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Ubicación propuesta: debajo de los artículos del carrito · Salida del modelo: Top-N productos similares disponibles.</a:t>
            </a:r>
          </a:p>
        </p:txBody>
      </p:sp>
    </p:spTree>
    <p:extLst>
      <p:ext uri="{BB962C8B-B14F-4D97-AF65-F5344CB8AC3E}">
        <p14:creationId xmlns:p14="http://schemas.microsoft.com/office/powerpoint/2010/main" val="1644373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2026-07-20T08:31:04.1580000Z</dcterms:created>
  <dcterms:modified xsi:type="dcterms:W3CDTF">2026-07-20T08:31:04.1580000Z</dcterms:modified>
</coreProperties>
</file>