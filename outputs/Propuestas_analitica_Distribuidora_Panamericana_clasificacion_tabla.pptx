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mpany">
            <a:extLst>
              <a:ext uri="{FF2B5EF4-FFF2-40B4-BE49-F238E27FC236}">
                <a16:creationId xmlns:a16="http://schemas.microsoft.com/office/drawing/2014/main" id="{7FF50296-E953-40D3-B781-59A9A581C3EE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DISTRIBUIDORA PANAMERICANA · GRUPO C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D04C9F4-83FF-419A-8EE8-5FBD6FDCC659}"/>
              </a:ext>
            </a:extLst>
          </p:cNvPr>
          <p:cNvSpPr>
            <a:spLocks noGrp="1"/>
          </p:cNvSpPr>
          <p:nvPr/>
        </p:nvSpPr>
        <p:spPr>
          <a:xfrm>
            <a:off x="457200" y="685800"/>
            <a:ext cx="52197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625" b="1">
                <a:solidFill>
                  <a:srgbClr val="315DBF"/>
                </a:solidFill>
              </a:defRPr>
            </a:pPr>
            <a:r>
              <a:rPr sz="2625" b="1">
                <a:solidFill>
                  <a:srgbClr val="315DBF"/>
                </a:solidFill>
              </a:rPr>
              <a:t>Sistema de gestión de ventas e inventario para la Distribuidora Panamericana</a:t>
            </a:r>
          </a:p>
        </p:txBody>
      </p:sp>
      <p:sp>
        <p:nvSpPr>
          <p:cNvPr id="3" name="divider">
            <a:extLst>
              <a:ext uri="{FF2B5EF4-FFF2-40B4-BE49-F238E27FC236}">
                <a16:creationId xmlns:a16="http://schemas.microsoft.com/office/drawing/2014/main" id="{FD91BBFA-AA86-4434-91AB-FEC07EBF3014}"/>
              </a:ext>
            </a:extLst>
          </p:cNvPr>
          <p:cNvSpPr>
            <a:spLocks noGrp="1"/>
          </p:cNvSpPr>
          <p:nvPr/>
        </p:nvSpPr>
        <p:spPr>
          <a:xfrm>
            <a:off x="457200" y="2324100"/>
            <a:ext cx="5219700" cy="19050"/>
          </a:xfrm>
          <a:prstGeom prst="rect">
            <a:avLst/>
          </a:prstGeom>
          <a:solidFill>
            <a:srgbClr val="20252D"/>
          </a:solidFill>
          <a:ln w="0">
            <a:solidFill>
              <a:srgbClr val="20252D"/>
            </a:solidFill>
            <a:prstDash val="solid"/>
          </a:ln>
        </p:spPr>
      </p:sp>
      <p:sp>
        <p:nvSpPr>
          <p:cNvPr id="4" name="description">
            <a:extLst>
              <a:ext uri="{FF2B5EF4-FFF2-40B4-BE49-F238E27FC236}">
                <a16:creationId xmlns:a16="http://schemas.microsoft.com/office/drawing/2014/main" id="{4525A92F-2C4E-448E-8122-44A700D76803}"/>
              </a:ext>
            </a:extLst>
          </p:cNvPr>
          <p:cNvSpPr>
            <a:spLocks noGrp="1"/>
          </p:cNvSpPr>
          <p:nvPr/>
        </p:nvSpPr>
        <p:spPr>
          <a:xfrm>
            <a:off x="457200" y="2628900"/>
            <a:ext cx="495300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0">
                <a:solidFill>
                  <a:srgbClr val="20252D"/>
                </a:solidFill>
              </a:defRPr>
            </a:pPr>
            <a:r>
              <a:rPr sz="1350">
                <a:solidFill>
                  <a:srgbClr val="20252D"/>
                </a:solidFill>
              </a:rPr>
              <a:t>La aplicación es una p</a:t>
            </a:r>
            <a:r>
              <a:rPr sz="1350" b="0">
                <a:solidFill>
                  <a:srgbClr val="20252D"/>
                </a:solidFill>
              </a:rPr>
              <a:t>lataforma web para administrar el catálogo, controlar existencias, registrar pedidos y consultar ventas. Integra productos, marcas, familias, usuarios, ofertas y métodos de entrega en una sola operación.</a:t>
            </a:r>
          </a:p>
        </p:txBody>
      </p:sp>
      <p:sp>
        <p:nvSpPr>
          <p:cNvPr id="5" name="scope">
            <a:extLst>
              <a:ext uri="{FF2B5EF4-FFF2-40B4-BE49-F238E27FC236}">
                <a16:creationId xmlns:a16="http://schemas.microsoft.com/office/drawing/2014/main" id="{00A74733-789C-4C0B-A574-F02956D7DD66}"/>
              </a:ext>
            </a:extLst>
          </p:cNvPr>
          <p:cNvSpPr>
            <a:spLocks noGrp="1"/>
          </p:cNvSpPr>
          <p:nvPr/>
        </p:nvSpPr>
        <p:spPr>
          <a:xfrm>
            <a:off x="457200" y="421005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975" b="1">
                <a:solidFill>
                  <a:srgbClr val="315DBF"/>
                </a:solidFill>
              </a:defRPr>
            </a:pPr>
            <a:r>
              <a:rPr sz="975" b="1">
                <a:solidFill>
                  <a:srgbClr val="315DBF"/>
                </a:solidFill>
              </a:rPr>
              <a:t>COLECCIONES PRINCIPALES: CATÁLOGO  ·  INVENTARIO  ·  PEDIDOS  ·  VENTAS</a:t>
            </a:r>
          </a:p>
        </p:txBody>
      </p:sp>
      <p:pic>
        <p:nvPicPr>
          <p:cNvPr id="17" name="Imagen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00750" y="1156803"/>
            <a:ext cx="5734050" cy="3001344"/>
          </a:xfrm>
          <a:prstGeom prst="roundRect">
            <a:avLst>
              <a:gd name="adj" fmla="val 1449"/>
            </a:avLst>
          </a:prstGeom>
        </p:spPr>
      </p:pic>
      <p:sp>
        <p:nvSpPr>
          <p:cNvPr id="7" name="caption">
            <a:extLst>
              <a:ext uri="{FF2B5EF4-FFF2-40B4-BE49-F238E27FC236}">
                <a16:creationId xmlns:a16="http://schemas.microsoft.com/office/drawing/2014/main" id="{415B6DED-B94E-4747-B967-6E354AEEBCDE}"/>
              </a:ext>
            </a:extLst>
          </p:cNvPr>
          <p:cNvSpPr>
            <a:spLocks noGrp="1"/>
          </p:cNvSpPr>
          <p:nvPr/>
        </p:nvSpPr>
        <p:spPr>
          <a:xfrm>
            <a:off x="6000750" y="4762500"/>
            <a:ext cx="5734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Captura del sistema — página principal</a:t>
            </a:r>
          </a:p>
        </p:txBody>
      </p:sp>
      <p:sp>
        <p:nvSpPr>
          <p:cNvPr id="8" name="note">
            <a:extLst>
              <a:ext uri="{FF2B5EF4-FFF2-40B4-BE49-F238E27FC236}">
                <a16:creationId xmlns:a16="http://schemas.microsoft.com/office/drawing/2014/main" id="{656A97F5-12FA-4324-AE14-104EF03ABB83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1028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75" b="1">
                <a:solidFill>
                  <a:srgbClr val="315DBF"/>
                </a:solidFill>
              </a:defRPr>
            </a:pPr>
            <a:r>
              <a:rPr sz="1275" b="1">
                <a:solidFill>
                  <a:srgbClr val="315DBF"/>
                </a:solidFill>
              </a:rPr>
              <a:t>Base para tres aplicaciones de analítica: anticipar, segmentar decisiones y personalizar la experiencia.</a:t>
            </a:r>
          </a:p>
        </p:txBody>
      </p:sp>
      <p:sp>
        <p:nvSpPr>
          <p:cNvPr id="9" name="page">
            <a:extLst>
              <a:ext uri="{FF2B5EF4-FFF2-40B4-BE49-F238E27FC236}">
                <a16:creationId xmlns:a16="http://schemas.microsoft.com/office/drawing/2014/main" id="{727DC9AF-F81C-46D2-83F6-681A1C53504C}"/>
              </a:ext>
            </a:extLst>
          </p:cNvPr>
          <p:cNvSpPr>
            <a:spLocks noGrp="1"/>
          </p:cNvSpPr>
          <p:nvPr/>
        </p:nvSpPr>
        <p:spPr>
          <a:xfrm>
            <a:off x="11449050" y="6496050"/>
            <a:ext cx="28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14264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ls-kicker">
            <a:extLst>
              <a:ext uri="{FF2B5EF4-FFF2-40B4-BE49-F238E27FC236}">
                <a16:creationId xmlns:a16="http://schemas.microsoft.com/office/drawing/2014/main" id="{6E79B9BF-0763-43F2-9515-02A04B80AC2A}"/>
              </a:ext>
            </a:extLst>
          </p:cNvPr>
          <p:cNvSpPr>
            <a:spLocks noGrp="1"/>
          </p:cNvSpPr>
          <p:nvPr/>
        </p:nvSpPr>
        <p:spPr>
          <a:xfrm>
            <a:off x="476250" y="1905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F62C7"/>
                </a:solidFill>
              </a:defRPr>
            </a:pPr>
            <a:r>
              <a:rPr sz="1200" b="1">
                <a:solidFill>
                  <a:srgbClr val="2F62C7"/>
                </a:solidFill>
              </a:rPr>
              <a:t>PROPUESTA 1 · CLASIFICACIÓN</a:t>
            </a:r>
          </a:p>
        </p:txBody>
      </p:sp>
      <p:sp>
        <p:nvSpPr>
          <p:cNvPr id="2" name="cls-title">
            <a:extLst>
              <a:ext uri="{FF2B5EF4-FFF2-40B4-BE49-F238E27FC236}">
                <a16:creationId xmlns:a16="http://schemas.microsoft.com/office/drawing/2014/main" id="{B46ECD44-2054-44FA-9C18-090E438517AA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1123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12356B"/>
                </a:solidFill>
              </a:defRPr>
            </a:pPr>
            <a:r>
              <a:rPr sz="2625" b="1">
                <a:solidFill>
                  <a:srgbClr val="12356B"/>
                </a:solidFill>
              </a:rPr>
              <a:t>Predecir qué pedidos tienen riesgo de cancelación</a:t>
            </a:r>
          </a:p>
        </p:txBody>
      </p:sp>
      <p:sp>
        <p:nvSpPr>
          <p:cNvPr id="3" name="cls-page">
            <a:extLst>
              <a:ext uri="{FF2B5EF4-FFF2-40B4-BE49-F238E27FC236}">
                <a16:creationId xmlns:a16="http://schemas.microsoft.com/office/drawing/2014/main" id="{66F30254-5C29-48DD-A2D8-506BF7A10CE0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59677C"/>
                </a:solidFill>
              </a:defRPr>
            </a:pPr>
            <a:r>
              <a:rPr sz="975" b="0">
                <a:solidFill>
                  <a:srgbClr val="59677C"/>
                </a:solidFill>
              </a:rPr>
              <a:t>2</a:t>
            </a:r>
          </a:p>
        </p:txBody>
      </p:sp>
      <p:sp>
        <p:nvSpPr>
          <p:cNvPr id="4" name="cls-database-panel">
            <a:extLst>
              <a:ext uri="{FF2B5EF4-FFF2-40B4-BE49-F238E27FC236}">
                <a16:creationId xmlns:a16="http://schemas.microsoft.com/office/drawing/2014/main" id="{27E30A9F-08E9-4071-A00B-F430FBE9F2BD}"/>
              </a:ext>
            </a:extLst>
          </p:cNvPr>
          <p:cNvSpPr>
            <a:spLocks noGrp="1"/>
          </p:cNvSpPr>
          <p:nvPr/>
        </p:nvSpPr>
        <p:spPr>
          <a:xfrm>
            <a:off x="323850" y="1066800"/>
            <a:ext cx="4762500" cy="485775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9050">
            <a:solidFill>
              <a:srgbClr val="2F62C7"/>
            </a:solidFill>
            <a:prstDash val="solid"/>
          </a:ln>
        </p:spPr>
      </p:sp>
      <p:sp>
        <p:nvSpPr>
          <p:cNvPr id="5" name="cls-database-banner">
            <a:extLst>
              <a:ext uri="{FF2B5EF4-FFF2-40B4-BE49-F238E27FC236}">
                <a16:creationId xmlns:a16="http://schemas.microsoft.com/office/drawing/2014/main" id="{B458DD13-1AAF-4DB3-B06C-83CFD9AC7CFC}"/>
              </a:ext>
            </a:extLst>
          </p:cNvPr>
          <p:cNvSpPr>
            <a:spLocks noGrp="1"/>
          </p:cNvSpPr>
          <p:nvPr/>
        </p:nvSpPr>
        <p:spPr>
          <a:xfrm>
            <a:off x="1381125" y="1181100"/>
            <a:ext cx="2667000" cy="400050"/>
          </a:xfrm>
          <a:prstGeom prst="roundRect">
            <a:avLst>
              <a:gd name="adj" fmla="val 14286"/>
            </a:avLst>
          </a:prstGeom>
          <a:solidFill>
            <a:srgbClr val="EAF1FC"/>
          </a:solidFill>
          <a:ln w="0">
            <a:solidFill>
              <a:srgbClr val="EAF1FC"/>
            </a:solidFill>
            <a:prstDash val="solid"/>
          </a:ln>
        </p:spPr>
      </p:sp>
      <p:sp>
        <p:nvSpPr>
          <p:cNvPr id="6" name="cls-database-banner-text">
            <a:extLst>
              <a:ext uri="{FF2B5EF4-FFF2-40B4-BE49-F238E27FC236}">
                <a16:creationId xmlns:a16="http://schemas.microsoft.com/office/drawing/2014/main" id="{18F5ACBA-A593-4A07-A9C3-16114277C4A8}"/>
              </a:ext>
            </a:extLst>
          </p:cNvPr>
          <p:cNvSpPr>
            <a:spLocks noGrp="1"/>
          </p:cNvSpPr>
          <p:nvPr/>
        </p:nvSpPr>
        <p:spPr>
          <a:xfrm>
            <a:off x="1476375" y="12668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2356B"/>
                </a:solidFill>
              </a:defRPr>
            </a:pPr>
            <a:r>
              <a:rPr sz="1425" b="1">
                <a:solidFill>
                  <a:srgbClr val="12356B"/>
                </a:solidFill>
              </a:rPr>
              <a:t>CAMPOS UTILIZADOS</a:t>
            </a:r>
          </a:p>
        </p:txBody>
      </p:sp>
      <p:sp>
        <p:nvSpPr>
          <p:cNvPr id="7" name="cls-full-USUARIOS">
            <a:extLst>
              <a:ext uri="{FF2B5EF4-FFF2-40B4-BE49-F238E27FC236}">
                <a16:creationId xmlns:a16="http://schemas.microsoft.com/office/drawing/2014/main" id="{1C9DEDC5-00C6-463C-92D4-D8FAE5293C9A}"/>
              </a:ext>
            </a:extLst>
          </p:cNvPr>
          <p:cNvSpPr>
            <a:spLocks noGrp="1"/>
          </p:cNvSpPr>
          <p:nvPr/>
        </p:nvSpPr>
        <p:spPr>
          <a:xfrm>
            <a:off x="495301" y="1695450"/>
            <a:ext cx="1085850" cy="257175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3335">
            <a:solidFill>
              <a:srgbClr val="12356B"/>
            </a:solidFill>
            <a:prstDash val="solid"/>
          </a:ln>
        </p:spPr>
      </p:sp>
      <p:sp>
        <p:nvSpPr>
          <p:cNvPr id="8" name="cls-full-head-USUARIOS">
            <a:extLst>
              <a:ext uri="{FF2B5EF4-FFF2-40B4-BE49-F238E27FC236}">
                <a16:creationId xmlns:a16="http://schemas.microsoft.com/office/drawing/2014/main" id="{50FD2969-8D5B-4A7B-9570-2C79133EB246}"/>
              </a:ext>
            </a:extLst>
          </p:cNvPr>
          <p:cNvSpPr>
            <a:spLocks noGrp="1"/>
          </p:cNvSpPr>
          <p:nvPr/>
        </p:nvSpPr>
        <p:spPr>
          <a:xfrm>
            <a:off x="495301" y="1695450"/>
            <a:ext cx="1085850" cy="285750"/>
          </a:xfrm>
          <a:prstGeom prst="roundRect">
            <a:avLst>
              <a:gd name="adj" fmla="val 6667"/>
            </a:avLst>
          </a:prstGeom>
          <a:solidFill>
            <a:srgbClr val="12356B"/>
          </a:solidFill>
          <a:ln w="9525">
            <a:solidFill>
              <a:srgbClr val="12356B"/>
            </a:solidFill>
            <a:prstDash val="solid"/>
          </a:ln>
        </p:spPr>
      </p:sp>
      <p:sp>
        <p:nvSpPr>
          <p:cNvPr id="9" name="cls-full-title-USUARIOS">
            <a:extLst>
              <a:ext uri="{FF2B5EF4-FFF2-40B4-BE49-F238E27FC236}">
                <a16:creationId xmlns:a16="http://schemas.microsoft.com/office/drawing/2014/main" id="{CB906B41-6677-43B4-AF62-E101F024A6EE}"/>
              </a:ext>
            </a:extLst>
          </p:cNvPr>
          <p:cNvSpPr>
            <a:spLocks noGrp="1"/>
          </p:cNvSpPr>
          <p:nvPr/>
        </p:nvSpPr>
        <p:spPr>
          <a:xfrm>
            <a:off x="542926" y="1733550"/>
            <a:ext cx="990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USUARIOS</a:t>
            </a:r>
          </a:p>
        </p:txBody>
      </p:sp>
      <p:sp>
        <p:nvSpPr>
          <p:cNvPr id="10" name="cls-full-fields-USUARIOS-0">
            <a:extLst>
              <a:ext uri="{FF2B5EF4-FFF2-40B4-BE49-F238E27FC236}">
                <a16:creationId xmlns:a16="http://schemas.microsoft.com/office/drawing/2014/main" id="{34BF1F56-0F02-47C6-8015-A044C12FBEE9}"/>
              </a:ext>
            </a:extLst>
          </p:cNvPr>
          <p:cNvSpPr>
            <a:spLocks noGrp="1"/>
          </p:cNvSpPr>
          <p:nvPr/>
        </p:nvSpPr>
        <p:spPr>
          <a:xfrm>
            <a:off x="571500" y="2028825"/>
            <a:ext cx="919163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>
                <a:solidFill>
                  <a:srgbClr val="173B73"/>
                </a:solidFill>
              </a:defRPr>
            </a:pPr>
            <a:r>
              <a:rPr sz="825" b="0">
                <a:solidFill>
                  <a:srgbClr val="173B73"/>
                </a:solidFill>
              </a:rPr>
              <a:t>_id · PK</a:t>
            </a:r>
          </a:p>
          <a:p>
            <a:pPr algn="l">
              <a:buNone/>
              <a:defRPr sz="825" b="0">
                <a:solidFill>
                  <a:srgbClr val="173B73"/>
                </a:solidFill>
              </a:defRPr>
            </a:pPr>
            <a:r>
              <a:rPr sz="825" b="0">
                <a:solidFill>
                  <a:srgbClr val="173B73"/>
                </a:solidFill>
              </a:rPr>
              <a:t>nombre</a:t>
            </a:r>
          </a:p>
          <a:p>
            <a:pPr algn="l">
              <a:buNone/>
              <a:defRPr sz="825" b="0">
                <a:solidFill>
                  <a:srgbClr val="173B73"/>
                </a:solidFill>
              </a:defRPr>
            </a:pPr>
            <a:r>
              <a:rPr sz="825" b="0">
                <a:solidFill>
                  <a:srgbClr val="173B73"/>
                </a:solidFill>
              </a:rPr>
              <a:t>ap</a:t>
            </a:r>
          </a:p>
          <a:p>
            <a:pPr algn="l">
              <a:buNone/>
              <a:defRPr sz="825" b="0">
                <a:solidFill>
                  <a:srgbClr val="173B73"/>
                </a:solidFill>
              </a:defRPr>
            </a:pPr>
            <a:r>
              <a:rPr sz="825" b="0">
                <a:solidFill>
                  <a:srgbClr val="173B73"/>
                </a:solidFill>
              </a:rPr>
              <a:t>am</a:t>
            </a:r>
          </a:p>
          <a:p>
            <a:pPr algn="l">
              <a:buNone/>
              <a:defRPr sz="825" b="0">
                <a:solidFill>
                  <a:srgbClr val="173B73"/>
                </a:solidFill>
              </a:defRPr>
            </a:pPr>
            <a:r>
              <a:rPr sz="825" b="0">
                <a:solidFill>
                  <a:srgbClr val="173B73"/>
                </a:solidFill>
              </a:rPr>
              <a:t>fechaNacimiento</a:t>
            </a:r>
          </a:p>
        </p:txBody>
      </p:sp>
      <p:sp>
        <p:nvSpPr>
          <p:cNvPr id="13" name="cls-full-PEDIDOS">
            <a:extLst>
              <a:ext uri="{FF2B5EF4-FFF2-40B4-BE49-F238E27FC236}">
                <a16:creationId xmlns:a16="http://schemas.microsoft.com/office/drawing/2014/main" id="{B8BFBCE2-C8D1-40B3-9EF4-D8E86D4D4AEA}"/>
              </a:ext>
            </a:extLst>
          </p:cNvPr>
          <p:cNvSpPr>
            <a:spLocks noGrp="1"/>
          </p:cNvSpPr>
          <p:nvPr/>
        </p:nvSpPr>
        <p:spPr>
          <a:xfrm>
            <a:off x="2771775" y="1695450"/>
            <a:ext cx="1990725" cy="257175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3335">
            <a:solidFill>
              <a:srgbClr val="1235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cls-full-head-PEDIDOS">
            <a:extLst>
              <a:ext uri="{FF2B5EF4-FFF2-40B4-BE49-F238E27FC236}">
                <a16:creationId xmlns:a16="http://schemas.microsoft.com/office/drawing/2014/main" id="{13C024F6-6189-45CF-80F0-143A1ADEE15A}"/>
              </a:ext>
            </a:extLst>
          </p:cNvPr>
          <p:cNvSpPr>
            <a:spLocks noGrp="1"/>
          </p:cNvSpPr>
          <p:nvPr/>
        </p:nvSpPr>
        <p:spPr>
          <a:xfrm>
            <a:off x="2771775" y="1695450"/>
            <a:ext cx="1990725" cy="285750"/>
          </a:xfrm>
          <a:prstGeom prst="roundRect">
            <a:avLst>
              <a:gd name="adj" fmla="val 6667"/>
            </a:avLst>
          </a:prstGeom>
          <a:solidFill>
            <a:srgbClr val="12356B"/>
          </a:solidFill>
          <a:ln w="9525">
            <a:solidFill>
              <a:srgbClr val="12356B"/>
            </a:solidFill>
            <a:prstDash val="solid"/>
          </a:ln>
        </p:spPr>
      </p:sp>
      <p:sp>
        <p:nvSpPr>
          <p:cNvPr id="15" name="cls-full-title-PEDIDOS">
            <a:extLst>
              <a:ext uri="{FF2B5EF4-FFF2-40B4-BE49-F238E27FC236}">
                <a16:creationId xmlns:a16="http://schemas.microsoft.com/office/drawing/2014/main" id="{FF107B0F-FA96-450E-B8CF-0D34691FDB6A}"/>
              </a:ext>
            </a:extLst>
          </p:cNvPr>
          <p:cNvSpPr>
            <a:spLocks noGrp="1"/>
          </p:cNvSpPr>
          <p:nvPr/>
        </p:nvSpPr>
        <p:spPr>
          <a:xfrm>
            <a:off x="2819400" y="1733550"/>
            <a:ext cx="18954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PEDIDOS</a:t>
            </a:r>
          </a:p>
        </p:txBody>
      </p:sp>
      <p:sp>
        <p:nvSpPr>
          <p:cNvPr id="16" name="cls-full-fields-PEDIDOS-0">
            <a:extLst>
              <a:ext uri="{FF2B5EF4-FFF2-40B4-BE49-F238E27FC236}">
                <a16:creationId xmlns:a16="http://schemas.microsoft.com/office/drawing/2014/main" id="{591AE03D-9310-4310-9831-A2C88491E580}"/>
              </a:ext>
            </a:extLst>
          </p:cNvPr>
          <p:cNvSpPr>
            <a:spLocks noGrp="1"/>
          </p:cNvSpPr>
          <p:nvPr/>
        </p:nvSpPr>
        <p:spPr>
          <a:xfrm>
            <a:off x="2847975" y="2028825"/>
            <a:ext cx="1809750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_id · PK</a:t>
            </a:r>
          </a:p>
          <a:p>
            <a:pPr algn="l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usuario · FK</a:t>
            </a:r>
          </a:p>
          <a:p>
            <a:pPr algn="l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productos[].producto</a:t>
            </a:r>
          </a:p>
          <a:p>
            <a:pPr algn="l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productos[].cantidad</a:t>
            </a:r>
          </a:p>
          <a:p>
            <a:pPr algn="l">
              <a:buNone/>
              <a:defRPr sz="750" b="0">
                <a:solidFill>
                  <a:srgbClr val="173B73"/>
                </a:solidFill>
              </a:defRPr>
            </a:pPr>
            <a:r>
              <a:rPr sz="750">
                <a:solidFill>
                  <a:srgbClr val="173B73"/>
                </a:solidFill>
              </a:rPr>
              <a:t>productos[].precio</a:t>
            </a:r>
          </a:p>
          <a:p>
            <a:pPr algn="l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total</a:t>
            </a:r>
          </a:p>
          <a:p>
            <a:pPr algn="l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metodoPago</a:t>
            </a:r>
          </a:p>
          <a:p>
            <a:pPr algn="l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estado</a:t>
            </a:r>
          </a:p>
          <a:p>
            <a:pPr algn="l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costoEnvio</a:t>
            </a:r>
          </a:p>
          <a:p>
            <a:pPr algn="l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createdAt</a:t>
            </a:r>
          </a:p>
        </p:txBody>
      </p:sp>
      <p:sp>
        <p:nvSpPr>
          <p:cNvPr id="17" name="cls-full-fields-PEDIDOS-1">
            <a:extLst>
              <a:ext uri="{FF2B5EF4-FFF2-40B4-BE49-F238E27FC236}">
                <a16:creationId xmlns:a16="http://schemas.microsoft.com/office/drawing/2014/main" id="{C5487021-4C21-4172-AC06-06B570233F84}"/>
              </a:ext>
            </a:extLst>
          </p:cNvPr>
          <p:cNvSpPr>
            <a:spLocks noGrp="1"/>
          </p:cNvSpPr>
          <p:nvPr/>
        </p:nvSpPr>
        <p:spPr>
          <a:xfrm>
            <a:off x="3843338" y="2028825"/>
            <a:ext cx="919163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endParaRPr/>
          </a:p>
        </p:txBody>
      </p:sp>
      <p:sp>
        <p:nvSpPr>
          <p:cNvPr id="18" name="cls-full-divider-PEDIDOS-1">
            <a:extLst>
              <a:ext uri="{FF2B5EF4-FFF2-40B4-BE49-F238E27FC236}">
                <a16:creationId xmlns:a16="http://schemas.microsoft.com/office/drawing/2014/main" id="{ED44D450-66B1-4CB8-9C47-A34244429B66}"/>
              </a:ext>
            </a:extLst>
          </p:cNvPr>
          <p:cNvSpPr>
            <a:spLocks noGrp="1"/>
          </p:cNvSpPr>
          <p:nvPr/>
        </p:nvSpPr>
        <p:spPr>
          <a:xfrm>
            <a:off x="3805238" y="2019300"/>
            <a:ext cx="9525" cy="2200275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9" name="cls-full-PRODUCTOS">
            <a:extLst>
              <a:ext uri="{FF2B5EF4-FFF2-40B4-BE49-F238E27FC236}">
                <a16:creationId xmlns:a16="http://schemas.microsoft.com/office/drawing/2014/main" id="{31C13D62-5438-4399-9407-355BD224D57D}"/>
              </a:ext>
            </a:extLst>
          </p:cNvPr>
          <p:cNvSpPr>
            <a:spLocks noGrp="1"/>
          </p:cNvSpPr>
          <p:nvPr/>
        </p:nvSpPr>
        <p:spPr>
          <a:xfrm>
            <a:off x="781050" y="4381500"/>
            <a:ext cx="3848100" cy="125730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3335">
            <a:solidFill>
              <a:srgbClr val="12356B"/>
            </a:solidFill>
            <a:prstDash val="solid"/>
          </a:ln>
        </p:spPr>
      </p:sp>
      <p:sp>
        <p:nvSpPr>
          <p:cNvPr id="20" name="cls-full-head-PRODUCTOS">
            <a:extLst>
              <a:ext uri="{FF2B5EF4-FFF2-40B4-BE49-F238E27FC236}">
                <a16:creationId xmlns:a16="http://schemas.microsoft.com/office/drawing/2014/main" id="{D7788020-049F-40D1-9FA5-563490AE410D}"/>
              </a:ext>
            </a:extLst>
          </p:cNvPr>
          <p:cNvSpPr>
            <a:spLocks noGrp="1"/>
          </p:cNvSpPr>
          <p:nvPr/>
        </p:nvSpPr>
        <p:spPr>
          <a:xfrm>
            <a:off x="781050" y="4381500"/>
            <a:ext cx="3848100" cy="285750"/>
          </a:xfrm>
          <a:prstGeom prst="roundRect">
            <a:avLst>
              <a:gd name="adj" fmla="val 6667"/>
            </a:avLst>
          </a:prstGeom>
          <a:solidFill>
            <a:srgbClr val="12356B"/>
          </a:solidFill>
          <a:ln w="9525">
            <a:solidFill>
              <a:srgbClr val="12356B"/>
            </a:solidFill>
            <a:prstDash val="solid"/>
          </a:ln>
        </p:spPr>
      </p:sp>
      <p:sp>
        <p:nvSpPr>
          <p:cNvPr id="21" name="cls-full-title-PRODUCTOS">
            <a:extLst>
              <a:ext uri="{FF2B5EF4-FFF2-40B4-BE49-F238E27FC236}">
                <a16:creationId xmlns:a16="http://schemas.microsoft.com/office/drawing/2014/main" id="{795B8033-198B-4504-B84F-E0BAE36C413C}"/>
              </a:ext>
            </a:extLst>
          </p:cNvPr>
          <p:cNvSpPr>
            <a:spLocks noGrp="1"/>
          </p:cNvSpPr>
          <p:nvPr/>
        </p:nvSpPr>
        <p:spPr>
          <a:xfrm>
            <a:off x="828675" y="4419600"/>
            <a:ext cx="3752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PRODUCTOS</a:t>
            </a:r>
          </a:p>
        </p:txBody>
      </p:sp>
      <p:sp>
        <p:nvSpPr>
          <p:cNvPr id="22" name="cls-full-fields-PRODUCTOS-0">
            <a:extLst>
              <a:ext uri="{FF2B5EF4-FFF2-40B4-BE49-F238E27FC236}">
                <a16:creationId xmlns:a16="http://schemas.microsoft.com/office/drawing/2014/main" id="{A18D83D7-AA91-4257-867A-C5D3E1817772}"/>
              </a:ext>
            </a:extLst>
          </p:cNvPr>
          <p:cNvSpPr>
            <a:spLocks noGrp="1"/>
          </p:cNvSpPr>
          <p:nvPr/>
        </p:nvSpPr>
        <p:spPr>
          <a:xfrm>
            <a:off x="857250" y="4714875"/>
            <a:ext cx="17716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>
                <a:solidFill>
                  <a:srgbClr val="173B73"/>
                </a:solidFill>
              </a:defRPr>
            </a:pPr>
            <a:r>
              <a:rPr sz="825" b="0">
                <a:solidFill>
                  <a:srgbClr val="173B73"/>
                </a:solidFill>
              </a:rPr>
              <a:t>_id · PK</a:t>
            </a:r>
          </a:p>
          <a:p>
            <a:pPr algn="l">
              <a:buNone/>
              <a:defRPr sz="825" b="0">
                <a:solidFill>
                  <a:srgbClr val="173B73"/>
                </a:solidFill>
              </a:defRPr>
            </a:pPr>
            <a:r>
              <a:rPr sz="825" b="0">
                <a:solidFill>
                  <a:srgbClr val="173B73"/>
                </a:solidFill>
              </a:rPr>
              <a:t>nombre</a:t>
            </a:r>
          </a:p>
        </p:txBody>
      </p:sp>
      <p:sp>
        <p:nvSpPr>
          <p:cNvPr id="23" name="cls-full-fields-PRODUCTOS-1">
            <a:extLst>
              <a:ext uri="{FF2B5EF4-FFF2-40B4-BE49-F238E27FC236}">
                <a16:creationId xmlns:a16="http://schemas.microsoft.com/office/drawing/2014/main" id="{3EEE6736-0854-4056-BBB8-0A0C68DDE719}"/>
              </a:ext>
            </a:extLst>
          </p:cNvPr>
          <p:cNvSpPr>
            <a:spLocks noGrp="1"/>
          </p:cNvSpPr>
          <p:nvPr/>
        </p:nvSpPr>
        <p:spPr>
          <a:xfrm>
            <a:off x="2705100" y="4714875"/>
            <a:ext cx="17716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5B6B86"/>
                </a:solidFill>
              </a:defRPr>
            </a:pPr>
            <a:r>
              <a:rPr sz="750" b="0">
                <a:solidFill>
                  <a:srgbClr val="5B6B86"/>
                </a:solidFill>
              </a:rPr>
              <a:t>Se une para identificar</a:t>
            </a:r>
          </a:p>
          <a:p>
            <a:pPr algn="l">
              <a:buNone/>
              <a:defRPr sz="750" b="0">
                <a:solidFill>
                  <a:srgbClr val="5B6B86"/>
                </a:solidFill>
              </a:defRPr>
            </a:pPr>
            <a:r>
              <a:rPr sz="750" b="0">
                <a:solidFill>
                  <a:srgbClr val="5B6B86"/>
                </a:solidFill>
              </a:rPr>
              <a:t>el producto en catálogo.</a:t>
            </a:r>
          </a:p>
        </p:txBody>
      </p:sp>
      <p:sp>
        <p:nvSpPr>
          <p:cNvPr id="24" name="cls-full-divider-PRODUCTOS-1">
            <a:extLst>
              <a:ext uri="{FF2B5EF4-FFF2-40B4-BE49-F238E27FC236}">
                <a16:creationId xmlns:a16="http://schemas.microsoft.com/office/drawing/2014/main" id="{E4D66D5E-2D38-40EE-B1EE-8BDAAF2375DC}"/>
              </a:ext>
            </a:extLst>
          </p:cNvPr>
          <p:cNvSpPr>
            <a:spLocks noGrp="1"/>
          </p:cNvSpPr>
          <p:nvPr/>
        </p:nvSpPr>
        <p:spPr>
          <a:xfrm>
            <a:off x="2667000" y="4705350"/>
            <a:ext cx="9525" cy="885825"/>
          </a:xfrm>
          <a:prstGeom prst="rect">
            <a:avLst/>
          </a:prstGeom>
          <a:solidFill>
            <a:srgbClr val="AEB8C7"/>
          </a:solidFill>
          <a:ln w="0">
            <a:solidFill>
              <a:srgbClr val="AEB8C7"/>
            </a:solidFill>
            <a:prstDash val="solid"/>
          </a:ln>
        </p:spPr>
      </p:sp>
      <p:sp>
        <p:nvSpPr>
          <p:cNvPr id="25" name="cls-keys-legend">
            <a:extLst>
              <a:ext uri="{FF2B5EF4-FFF2-40B4-BE49-F238E27FC236}">
                <a16:creationId xmlns:a16="http://schemas.microsoft.com/office/drawing/2014/main" id="{3DDD0BD1-E3C9-43CF-A7E5-FDBA03017401}"/>
              </a:ext>
            </a:extLst>
          </p:cNvPr>
          <p:cNvSpPr>
            <a:spLocks noGrp="1"/>
          </p:cNvSpPr>
          <p:nvPr/>
        </p:nvSpPr>
        <p:spPr>
          <a:xfrm>
            <a:off x="781050" y="5695950"/>
            <a:ext cx="3848100" cy="171450"/>
          </a:xfrm>
          <a:prstGeom prst="roundRect">
            <a:avLst>
              <a:gd name="adj" fmla="val 11111"/>
            </a:avLst>
          </a:prstGeom>
          <a:solidFill>
            <a:srgbClr val="F2F6FC"/>
          </a:solidFill>
          <a:ln w="9525">
            <a:solidFill>
              <a:srgbClr val="7FA0D8"/>
            </a:solidFill>
            <a:prstDash val="solid"/>
          </a:ln>
        </p:spPr>
      </p:sp>
      <p:sp>
        <p:nvSpPr>
          <p:cNvPr id="26" name="cls-keys-legend-text">
            <a:extLst>
              <a:ext uri="{FF2B5EF4-FFF2-40B4-BE49-F238E27FC236}">
                <a16:creationId xmlns:a16="http://schemas.microsoft.com/office/drawing/2014/main" id="{EA698A87-37A4-464E-8F93-226EECDF678E}"/>
              </a:ext>
            </a:extLst>
          </p:cNvPr>
          <p:cNvSpPr>
            <a:spLocks noGrp="1"/>
          </p:cNvSpPr>
          <p:nvPr/>
        </p:nvSpPr>
        <p:spPr>
          <a:xfrm>
            <a:off x="838200" y="5715000"/>
            <a:ext cx="37338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1">
                <a:solidFill>
                  <a:srgbClr val="12356B"/>
                </a:solidFill>
              </a:defRPr>
            </a:pPr>
            <a:r>
              <a:rPr sz="750" b="1">
                <a:solidFill>
                  <a:srgbClr val="12356B"/>
                </a:solidFill>
              </a:rPr>
              <a:t>PK: _id   ·   FK: ObjectId   ·   [ ]: arreglo   ·   ↳: campo anidado</a:t>
            </a:r>
          </a:p>
        </p:txBody>
      </p:sp>
      <p:sp>
        <p:nvSpPr>
          <p:cNvPr id="27" name="cls-flow-arrow">
            <a:extLst>
              <a:ext uri="{FF2B5EF4-FFF2-40B4-BE49-F238E27FC236}">
                <a16:creationId xmlns:a16="http://schemas.microsoft.com/office/drawing/2014/main" id="{52E9ABA1-6F50-4C3C-9552-E1F8626E4C2A}"/>
              </a:ext>
            </a:extLst>
          </p:cNvPr>
          <p:cNvSpPr>
            <a:spLocks noGrp="1"/>
          </p:cNvSpPr>
          <p:nvPr/>
        </p:nvSpPr>
        <p:spPr>
          <a:xfrm>
            <a:off x="5219700" y="2857500"/>
            <a:ext cx="800100" cy="552450"/>
          </a:xfrm>
          <a:prstGeom prst="rightArrow">
            <a:avLst/>
          </a:prstGeom>
          <a:solidFill>
            <a:srgbClr val="2F62C7"/>
          </a:solidFill>
          <a:ln w="9525">
            <a:solidFill>
              <a:srgbClr val="2F62C7"/>
            </a:solidFill>
            <a:prstDash val="solid"/>
          </a:ln>
        </p:spPr>
      </p:sp>
      <p:sp>
        <p:nvSpPr>
          <p:cNvPr id="28" name="cls-flow-caption">
            <a:extLst>
              <a:ext uri="{FF2B5EF4-FFF2-40B4-BE49-F238E27FC236}">
                <a16:creationId xmlns:a16="http://schemas.microsoft.com/office/drawing/2014/main" id="{AD1471B3-F48A-4B68-875C-D158BC85F170}"/>
              </a:ext>
            </a:extLst>
          </p:cNvPr>
          <p:cNvSpPr>
            <a:spLocks noGrp="1"/>
          </p:cNvSpPr>
          <p:nvPr/>
        </p:nvSpPr>
        <p:spPr>
          <a:xfrm>
            <a:off x="5124450" y="3524250"/>
            <a:ext cx="1000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12356B"/>
                </a:solidFill>
              </a:defRPr>
            </a:pPr>
            <a:r>
              <a:rPr sz="1125" b="1">
                <a:solidFill>
                  <a:srgbClr val="12356B"/>
                </a:solidFill>
              </a:rPr>
              <a:t>Extracción, unión</a:t>
            </a:r>
          </a:p>
          <a:p>
            <a:pPr algn="ctr">
              <a:buNone/>
              <a:defRPr sz="1125" b="1">
                <a:solidFill>
                  <a:srgbClr val="12356B"/>
                </a:solidFill>
              </a:defRPr>
            </a:pPr>
            <a:r>
              <a:rPr sz="1125" b="1">
                <a:solidFill>
                  <a:srgbClr val="12356B"/>
                </a:solidFill>
              </a:rPr>
              <a:t>y codificación</a:t>
            </a:r>
          </a:p>
        </p:txBody>
      </p:sp>
      <p:sp>
        <p:nvSpPr>
          <p:cNvPr id="29" name="cls-dataset-panel">
            <a:extLst>
              <a:ext uri="{FF2B5EF4-FFF2-40B4-BE49-F238E27FC236}">
                <a16:creationId xmlns:a16="http://schemas.microsoft.com/office/drawing/2014/main" id="{BDAC6638-32D3-499B-A66A-0F7D7A627A74}"/>
              </a:ext>
            </a:extLst>
          </p:cNvPr>
          <p:cNvSpPr>
            <a:spLocks noGrp="1"/>
          </p:cNvSpPr>
          <p:nvPr/>
        </p:nvSpPr>
        <p:spPr>
          <a:xfrm>
            <a:off x="6200775" y="1095375"/>
            <a:ext cx="5667375" cy="485775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9050">
            <a:solidFill>
              <a:srgbClr val="27643A"/>
            </a:solidFill>
            <a:prstDash val="solid"/>
          </a:ln>
        </p:spPr>
      </p:sp>
      <p:sp>
        <p:nvSpPr>
          <p:cNvPr id="30" name="cls-dataset-banner">
            <a:extLst>
              <a:ext uri="{FF2B5EF4-FFF2-40B4-BE49-F238E27FC236}">
                <a16:creationId xmlns:a16="http://schemas.microsoft.com/office/drawing/2014/main" id="{4C47FEF6-6DE3-471C-80E3-E9CF12CC6CF2}"/>
              </a:ext>
            </a:extLst>
          </p:cNvPr>
          <p:cNvSpPr>
            <a:spLocks noGrp="1"/>
          </p:cNvSpPr>
          <p:nvPr/>
        </p:nvSpPr>
        <p:spPr>
          <a:xfrm>
            <a:off x="7715250" y="1181100"/>
            <a:ext cx="2619375" cy="400050"/>
          </a:xfrm>
          <a:prstGeom prst="roundRect">
            <a:avLst>
              <a:gd name="adj" fmla="val 14286"/>
            </a:avLst>
          </a:prstGeom>
          <a:solidFill>
            <a:srgbClr val="EAF5EC"/>
          </a:solidFill>
          <a:ln w="0">
            <a:solidFill>
              <a:srgbClr val="EAF5EC"/>
            </a:solidFill>
            <a:prstDash val="solid"/>
          </a:ln>
        </p:spPr>
      </p:sp>
      <p:sp>
        <p:nvSpPr>
          <p:cNvPr id="31" name="cls-dataset-banner-text">
            <a:extLst>
              <a:ext uri="{FF2B5EF4-FFF2-40B4-BE49-F238E27FC236}">
                <a16:creationId xmlns:a16="http://schemas.microsoft.com/office/drawing/2014/main" id="{5003448C-145D-4321-8918-5A3BF4EEF23A}"/>
              </a:ext>
            </a:extLst>
          </p:cNvPr>
          <p:cNvSpPr>
            <a:spLocks noGrp="1"/>
          </p:cNvSpPr>
          <p:nvPr/>
        </p:nvSpPr>
        <p:spPr>
          <a:xfrm>
            <a:off x="7810500" y="1266825"/>
            <a:ext cx="2428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27643A"/>
                </a:solidFill>
              </a:defRPr>
            </a:pPr>
            <a:r>
              <a:rPr sz="1425" b="1">
                <a:solidFill>
                  <a:srgbClr val="27643A"/>
                </a:solidFill>
              </a:rPr>
              <a:t>▦  DATASET / DATAFRAME</a:t>
            </a:r>
          </a:p>
        </p:txBody>
      </p:sp>
      <p:sp>
        <p:nvSpPr>
          <p:cNvPr id="32" name="cls-x-label">
            <a:extLst>
              <a:ext uri="{FF2B5EF4-FFF2-40B4-BE49-F238E27FC236}">
                <a16:creationId xmlns:a16="http://schemas.microsoft.com/office/drawing/2014/main" id="{CCBDBE87-9F18-41B5-BD36-AC0256CF31D6}"/>
              </a:ext>
            </a:extLst>
          </p:cNvPr>
          <p:cNvSpPr>
            <a:spLocks noGrp="1"/>
          </p:cNvSpPr>
          <p:nvPr/>
        </p:nvSpPr>
        <p:spPr>
          <a:xfrm>
            <a:off x="6477000" y="1695450"/>
            <a:ext cx="4362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286B3C"/>
                </a:solidFill>
              </a:defRPr>
            </a:pPr>
            <a:r>
              <a:rPr sz="1050" b="1">
                <a:solidFill>
                  <a:srgbClr val="286B3C"/>
                </a:solidFill>
              </a:rPr>
              <a:t>Variables X utilizadas</a:t>
            </a:r>
          </a:p>
        </p:txBody>
      </p:sp>
      <p:sp>
        <p:nvSpPr>
          <p:cNvPr id="33" name="cls-y-label">
            <a:extLst>
              <a:ext uri="{FF2B5EF4-FFF2-40B4-BE49-F238E27FC236}">
                <a16:creationId xmlns:a16="http://schemas.microsoft.com/office/drawing/2014/main" id="{87BC57FE-2180-4A86-8986-A02E13628835}"/>
              </a:ext>
            </a:extLst>
          </p:cNvPr>
          <p:cNvSpPr>
            <a:spLocks noGrp="1"/>
          </p:cNvSpPr>
          <p:nvPr/>
        </p:nvSpPr>
        <p:spPr>
          <a:xfrm>
            <a:off x="10839450" y="1695450"/>
            <a:ext cx="7524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1">
                <a:solidFill>
                  <a:srgbClr val="67308F"/>
                </a:solidFill>
              </a:defRPr>
            </a:pPr>
            <a:r>
              <a:rPr sz="975" b="1">
                <a:solidFill>
                  <a:srgbClr val="67308F"/>
                </a:solidFill>
              </a:rPr>
              <a:t>Variable Y</a:t>
            </a:r>
          </a:p>
        </p:txBody>
      </p:sp>
      <p:sp>
        <p:nvSpPr>
          <p:cNvPr id="34" name="cls-table-header-0">
            <a:extLst>
              <a:ext uri="{FF2B5EF4-FFF2-40B4-BE49-F238E27FC236}">
                <a16:creationId xmlns:a16="http://schemas.microsoft.com/office/drawing/2014/main" id="{F994244C-345C-4091-BEB9-8B694A462541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428625" cy="400050"/>
          </a:xfrm>
          <a:prstGeom prst="rect">
            <a:avLst/>
          </a:prstGeom>
          <a:solidFill>
            <a:srgbClr val="DDEFE4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35" name="cls-table-header-text-0">
            <a:extLst>
              <a:ext uri="{FF2B5EF4-FFF2-40B4-BE49-F238E27FC236}">
                <a16:creationId xmlns:a16="http://schemas.microsoft.com/office/drawing/2014/main" id="{5AC0DE4A-C2BF-447B-B8F2-29BE0131E1A6}"/>
              </a:ext>
            </a:extLst>
          </p:cNvPr>
          <p:cNvSpPr>
            <a:spLocks noGrp="1"/>
          </p:cNvSpPr>
          <p:nvPr/>
        </p:nvSpPr>
        <p:spPr>
          <a:xfrm>
            <a:off x="6515100" y="2124075"/>
            <a:ext cx="352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563" b="1">
                <a:solidFill>
                  <a:srgbClr val="173B73"/>
                </a:solidFill>
              </a:defRPr>
            </a:pPr>
            <a:r>
              <a:rPr sz="563" b="1">
                <a:solidFill>
                  <a:srgbClr val="173B73"/>
                </a:solidFill>
              </a:rPr>
              <a:t>edad</a:t>
            </a:r>
          </a:p>
        </p:txBody>
      </p:sp>
      <p:sp>
        <p:nvSpPr>
          <p:cNvPr id="36" name="cls-table-header-1">
            <a:extLst>
              <a:ext uri="{FF2B5EF4-FFF2-40B4-BE49-F238E27FC236}">
                <a16:creationId xmlns:a16="http://schemas.microsoft.com/office/drawing/2014/main" id="{A99D0BE5-BB8C-4F4F-92D7-8BAAD10C2DB0}"/>
              </a:ext>
            </a:extLst>
          </p:cNvPr>
          <p:cNvSpPr>
            <a:spLocks noGrp="1"/>
          </p:cNvSpPr>
          <p:nvPr/>
        </p:nvSpPr>
        <p:spPr>
          <a:xfrm>
            <a:off x="6905625" y="2076450"/>
            <a:ext cx="619125" cy="400050"/>
          </a:xfrm>
          <a:prstGeom prst="rect">
            <a:avLst/>
          </a:prstGeom>
          <a:solidFill>
            <a:srgbClr val="DDEFE4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37" name="cls-table-header-text-1">
            <a:extLst>
              <a:ext uri="{FF2B5EF4-FFF2-40B4-BE49-F238E27FC236}">
                <a16:creationId xmlns:a16="http://schemas.microsoft.com/office/drawing/2014/main" id="{86FE4212-B5BC-482F-9DD2-B6EB9969DEC8}"/>
              </a:ext>
            </a:extLst>
          </p:cNvPr>
          <p:cNvSpPr>
            <a:spLocks noGrp="1"/>
          </p:cNvSpPr>
          <p:nvPr/>
        </p:nvSpPr>
        <p:spPr>
          <a:xfrm>
            <a:off x="6943725" y="2124075"/>
            <a:ext cx="5429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563" b="1">
                <a:solidFill>
                  <a:srgbClr val="173B73"/>
                </a:solidFill>
              </a:defRPr>
            </a:pPr>
            <a:r>
              <a:rPr sz="563" b="1">
                <a:solidFill>
                  <a:srgbClr val="173B73"/>
                </a:solidFill>
              </a:rPr>
              <a:t>producto</a:t>
            </a:r>
          </a:p>
        </p:txBody>
      </p:sp>
      <p:sp>
        <p:nvSpPr>
          <p:cNvPr id="38" name="cls-table-header-2">
            <a:extLst>
              <a:ext uri="{FF2B5EF4-FFF2-40B4-BE49-F238E27FC236}">
                <a16:creationId xmlns:a16="http://schemas.microsoft.com/office/drawing/2014/main" id="{680FF7A4-AEF2-4BF7-AD0B-C671460DFFA3}"/>
              </a:ext>
            </a:extLst>
          </p:cNvPr>
          <p:cNvSpPr>
            <a:spLocks noGrp="1"/>
          </p:cNvSpPr>
          <p:nvPr/>
        </p:nvSpPr>
        <p:spPr>
          <a:xfrm>
            <a:off x="7524750" y="2076450"/>
            <a:ext cx="571500" cy="400050"/>
          </a:xfrm>
          <a:prstGeom prst="rect">
            <a:avLst/>
          </a:prstGeom>
          <a:solidFill>
            <a:srgbClr val="DDEFE4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39" name="cls-table-header-text-2">
            <a:extLst>
              <a:ext uri="{FF2B5EF4-FFF2-40B4-BE49-F238E27FC236}">
                <a16:creationId xmlns:a16="http://schemas.microsoft.com/office/drawing/2014/main" id="{92E7904B-82BB-49B9-B1C7-3AFC370AB31C}"/>
              </a:ext>
            </a:extLst>
          </p:cNvPr>
          <p:cNvSpPr>
            <a:spLocks noGrp="1"/>
          </p:cNvSpPr>
          <p:nvPr/>
        </p:nvSpPr>
        <p:spPr>
          <a:xfrm>
            <a:off x="7562850" y="2124075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563" b="1">
                <a:solidFill>
                  <a:srgbClr val="173B73"/>
                </a:solidFill>
              </a:defRPr>
            </a:pPr>
            <a:r>
              <a:rPr sz="563" b="1">
                <a:solidFill>
                  <a:srgbClr val="173B73"/>
                </a:solidFill>
              </a:rPr>
              <a:t>cantidad</a:t>
            </a:r>
          </a:p>
        </p:txBody>
      </p:sp>
      <p:sp>
        <p:nvSpPr>
          <p:cNvPr id="40" name="cls-table-header-3">
            <a:extLst>
              <a:ext uri="{FF2B5EF4-FFF2-40B4-BE49-F238E27FC236}">
                <a16:creationId xmlns:a16="http://schemas.microsoft.com/office/drawing/2014/main" id="{5046DABC-3A69-44D0-872F-9FA0EA29CA34}"/>
              </a:ext>
            </a:extLst>
          </p:cNvPr>
          <p:cNvSpPr>
            <a:spLocks noGrp="1"/>
          </p:cNvSpPr>
          <p:nvPr/>
        </p:nvSpPr>
        <p:spPr>
          <a:xfrm>
            <a:off x="8096250" y="2076450"/>
            <a:ext cx="495300" cy="400050"/>
          </a:xfrm>
          <a:prstGeom prst="rect">
            <a:avLst/>
          </a:prstGeom>
          <a:solidFill>
            <a:srgbClr val="DDEFE4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1" name="cls-table-header-text-3">
            <a:extLst>
              <a:ext uri="{FF2B5EF4-FFF2-40B4-BE49-F238E27FC236}">
                <a16:creationId xmlns:a16="http://schemas.microsoft.com/office/drawing/2014/main" id="{A2950422-CAB5-4B3F-B4B4-D8B36B74F2DC}"/>
              </a:ext>
            </a:extLst>
          </p:cNvPr>
          <p:cNvSpPr>
            <a:spLocks noGrp="1"/>
          </p:cNvSpPr>
          <p:nvPr/>
        </p:nvSpPr>
        <p:spPr>
          <a:xfrm>
            <a:off x="8134350" y="2124075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563" b="1">
                <a:solidFill>
                  <a:srgbClr val="173B73"/>
                </a:solidFill>
              </a:defRPr>
            </a:pPr>
            <a:r>
              <a:rPr sz="563" b="1">
                <a:solidFill>
                  <a:srgbClr val="173B73"/>
                </a:solidFill>
              </a:rPr>
              <a:t>precio</a:t>
            </a:r>
          </a:p>
        </p:txBody>
      </p:sp>
      <p:sp>
        <p:nvSpPr>
          <p:cNvPr id="42" name="cls-table-header-4">
            <a:extLst>
              <a:ext uri="{FF2B5EF4-FFF2-40B4-BE49-F238E27FC236}">
                <a16:creationId xmlns:a16="http://schemas.microsoft.com/office/drawing/2014/main" id="{C051D039-7B99-4C03-8E46-24A2C97A5A02}"/>
              </a:ext>
            </a:extLst>
          </p:cNvPr>
          <p:cNvSpPr>
            <a:spLocks noGrp="1"/>
          </p:cNvSpPr>
          <p:nvPr/>
        </p:nvSpPr>
        <p:spPr>
          <a:xfrm>
            <a:off x="8591550" y="2076450"/>
            <a:ext cx="533400" cy="400050"/>
          </a:xfrm>
          <a:prstGeom prst="rect">
            <a:avLst/>
          </a:prstGeom>
          <a:solidFill>
            <a:srgbClr val="DDEFE4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3" name="cls-table-header-text-4">
            <a:extLst>
              <a:ext uri="{FF2B5EF4-FFF2-40B4-BE49-F238E27FC236}">
                <a16:creationId xmlns:a16="http://schemas.microsoft.com/office/drawing/2014/main" id="{1D033EE2-E033-4430-9EE4-36B0E1E8CA17}"/>
              </a:ext>
            </a:extLst>
          </p:cNvPr>
          <p:cNvSpPr>
            <a:spLocks noGrp="1"/>
          </p:cNvSpPr>
          <p:nvPr/>
        </p:nvSpPr>
        <p:spPr>
          <a:xfrm>
            <a:off x="8629650" y="2124075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563" b="1">
                <a:solidFill>
                  <a:srgbClr val="173B73"/>
                </a:solidFill>
              </a:defRPr>
            </a:pPr>
            <a:r>
              <a:rPr sz="563" b="1">
                <a:solidFill>
                  <a:srgbClr val="173B73"/>
                </a:solidFill>
              </a:rPr>
              <a:t>total</a:t>
            </a:r>
          </a:p>
        </p:txBody>
      </p:sp>
      <p:sp>
        <p:nvSpPr>
          <p:cNvPr id="44" name="cls-table-header-5">
            <a:extLst>
              <a:ext uri="{FF2B5EF4-FFF2-40B4-BE49-F238E27FC236}">
                <a16:creationId xmlns:a16="http://schemas.microsoft.com/office/drawing/2014/main" id="{D052822B-ED47-4ECE-BFFB-61C0EFFB4C10}"/>
              </a:ext>
            </a:extLst>
          </p:cNvPr>
          <p:cNvSpPr>
            <a:spLocks noGrp="1"/>
          </p:cNvSpPr>
          <p:nvPr/>
        </p:nvSpPr>
        <p:spPr>
          <a:xfrm>
            <a:off x="9124950" y="2076450"/>
            <a:ext cx="552450" cy="400050"/>
          </a:xfrm>
          <a:prstGeom prst="rect">
            <a:avLst/>
          </a:prstGeom>
          <a:solidFill>
            <a:srgbClr val="DDEFE4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5" name="cls-table-header-text-5">
            <a:extLst>
              <a:ext uri="{FF2B5EF4-FFF2-40B4-BE49-F238E27FC236}">
                <a16:creationId xmlns:a16="http://schemas.microsoft.com/office/drawing/2014/main" id="{288EBFA4-5D77-4A48-BB17-7E45FF5EB639}"/>
              </a:ext>
            </a:extLst>
          </p:cNvPr>
          <p:cNvSpPr>
            <a:spLocks noGrp="1"/>
          </p:cNvSpPr>
          <p:nvPr/>
        </p:nvSpPr>
        <p:spPr>
          <a:xfrm>
            <a:off x="9163050" y="2124075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563" b="1">
                <a:solidFill>
                  <a:srgbClr val="173B73"/>
                </a:solidFill>
              </a:defRPr>
            </a:pPr>
            <a:r>
              <a:rPr sz="563" b="1">
                <a:solidFill>
                  <a:srgbClr val="173B73"/>
                </a:solidFill>
              </a:rPr>
              <a:t>costo_</a:t>
            </a:r>
          </a:p>
          <a:p>
            <a:pPr algn="ctr">
              <a:buNone/>
              <a:defRPr sz="563" b="1">
                <a:solidFill>
                  <a:srgbClr val="173B73"/>
                </a:solidFill>
              </a:defRPr>
            </a:pPr>
            <a:r>
              <a:rPr sz="563" b="1">
                <a:solidFill>
                  <a:srgbClr val="173B73"/>
                </a:solidFill>
              </a:rPr>
              <a:t>envio</a:t>
            </a:r>
          </a:p>
        </p:txBody>
      </p:sp>
      <p:sp>
        <p:nvSpPr>
          <p:cNvPr id="46" name="cls-table-header-6">
            <a:extLst>
              <a:ext uri="{FF2B5EF4-FFF2-40B4-BE49-F238E27FC236}">
                <a16:creationId xmlns:a16="http://schemas.microsoft.com/office/drawing/2014/main" id="{1265B1A0-15C9-4801-ABA6-53BBEE14E3B3}"/>
              </a:ext>
            </a:extLst>
          </p:cNvPr>
          <p:cNvSpPr>
            <a:spLocks noGrp="1"/>
          </p:cNvSpPr>
          <p:nvPr/>
        </p:nvSpPr>
        <p:spPr>
          <a:xfrm>
            <a:off x="9677400" y="2076450"/>
            <a:ext cx="609600" cy="400050"/>
          </a:xfrm>
          <a:prstGeom prst="rect">
            <a:avLst/>
          </a:prstGeom>
          <a:solidFill>
            <a:srgbClr val="DDEFE4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7" name="cls-table-header-text-6">
            <a:extLst>
              <a:ext uri="{FF2B5EF4-FFF2-40B4-BE49-F238E27FC236}">
                <a16:creationId xmlns:a16="http://schemas.microsoft.com/office/drawing/2014/main" id="{6DF943EE-4F6A-49C7-A5F1-90A9F549F325}"/>
              </a:ext>
            </a:extLst>
          </p:cNvPr>
          <p:cNvSpPr>
            <a:spLocks noGrp="1"/>
          </p:cNvSpPr>
          <p:nvPr/>
        </p:nvSpPr>
        <p:spPr>
          <a:xfrm>
            <a:off x="9715500" y="2124075"/>
            <a:ext cx="533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563" b="1">
                <a:solidFill>
                  <a:srgbClr val="173B73"/>
                </a:solidFill>
              </a:defRPr>
            </a:pPr>
            <a:r>
              <a:rPr sz="563" b="1">
                <a:solidFill>
                  <a:srgbClr val="173B73"/>
                </a:solidFill>
              </a:rPr>
              <a:t>metodo_</a:t>
            </a:r>
          </a:p>
          <a:p>
            <a:pPr algn="ctr">
              <a:buNone/>
              <a:defRPr sz="563" b="1">
                <a:solidFill>
                  <a:srgbClr val="173B73"/>
                </a:solidFill>
              </a:defRPr>
            </a:pPr>
            <a:r>
              <a:rPr sz="563" b="1">
                <a:solidFill>
                  <a:srgbClr val="173B73"/>
                </a:solidFill>
              </a:rPr>
              <a:t>pago</a:t>
            </a:r>
          </a:p>
        </p:txBody>
      </p:sp>
      <p:sp>
        <p:nvSpPr>
          <p:cNvPr id="48" name="cls-table-cell-0-0">
            <a:extLst>
              <a:ext uri="{FF2B5EF4-FFF2-40B4-BE49-F238E27FC236}">
                <a16:creationId xmlns:a16="http://schemas.microsoft.com/office/drawing/2014/main" id="{F69983D3-264E-41DF-A679-CBC45F295E38}"/>
              </a:ext>
            </a:extLst>
          </p:cNvPr>
          <p:cNvSpPr>
            <a:spLocks noGrp="1"/>
          </p:cNvSpPr>
          <p:nvPr/>
        </p:nvSpPr>
        <p:spPr>
          <a:xfrm>
            <a:off x="10287000" y="2076450"/>
            <a:ext cx="685800" cy="400050"/>
          </a:xfrm>
          <a:prstGeom prst="rect">
            <a:avLst/>
          </a:prstGeom>
          <a:solidFill>
            <a:srgbClr val="DDEFE4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49" name="cls-table-cell-text-0-0">
            <a:extLst>
              <a:ext uri="{FF2B5EF4-FFF2-40B4-BE49-F238E27FC236}">
                <a16:creationId xmlns:a16="http://schemas.microsoft.com/office/drawing/2014/main" id="{399BE659-85A7-4454-A1EB-284F2AE368FD}"/>
              </a:ext>
            </a:extLst>
          </p:cNvPr>
          <p:cNvSpPr>
            <a:spLocks noGrp="1"/>
          </p:cNvSpPr>
          <p:nvPr/>
        </p:nvSpPr>
        <p:spPr>
          <a:xfrm>
            <a:off x="10325100" y="2124075"/>
            <a:ext cx="609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563" b="1">
                <a:solidFill>
                  <a:srgbClr val="173B73"/>
                </a:solidFill>
              </a:defRPr>
            </a:pPr>
            <a:r>
              <a:rPr sz="563" b="1">
                <a:solidFill>
                  <a:srgbClr val="173B73"/>
                </a:solidFill>
              </a:rPr>
              <a:t>% cancelados</a:t>
            </a:r>
          </a:p>
          <a:p>
            <a:pPr algn="ctr">
              <a:buNone/>
              <a:defRPr sz="563" b="1">
                <a:solidFill>
                  <a:srgbClr val="173B73"/>
                </a:solidFill>
              </a:defRPr>
            </a:pPr>
            <a:r>
              <a:rPr sz="563" b="1">
                <a:solidFill>
                  <a:srgbClr val="173B73"/>
                </a:solidFill>
              </a:rPr>
              <a:t>previos</a:t>
            </a:r>
          </a:p>
        </p:txBody>
      </p:sp>
      <p:sp>
        <p:nvSpPr>
          <p:cNvPr id="50" name="cls-table-cell-0-1">
            <a:extLst>
              <a:ext uri="{FF2B5EF4-FFF2-40B4-BE49-F238E27FC236}">
                <a16:creationId xmlns:a16="http://schemas.microsoft.com/office/drawing/2014/main" id="{498C2734-B5AE-4058-9076-62FF3DA3EE0F}"/>
              </a:ext>
            </a:extLst>
          </p:cNvPr>
          <p:cNvSpPr>
            <a:spLocks noGrp="1"/>
          </p:cNvSpPr>
          <p:nvPr/>
        </p:nvSpPr>
        <p:spPr>
          <a:xfrm>
            <a:off x="10972800" y="2076450"/>
            <a:ext cx="485775" cy="400050"/>
          </a:xfrm>
          <a:prstGeom prst="rect">
            <a:avLst/>
          </a:prstGeom>
          <a:solidFill>
            <a:srgbClr val="EADCF8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51" name="cls-table-cell-text-0-1">
            <a:extLst>
              <a:ext uri="{FF2B5EF4-FFF2-40B4-BE49-F238E27FC236}">
                <a16:creationId xmlns:a16="http://schemas.microsoft.com/office/drawing/2014/main" id="{A897F143-0033-4F91-9AA3-715F95B9F663}"/>
              </a:ext>
            </a:extLst>
          </p:cNvPr>
          <p:cNvSpPr>
            <a:spLocks noGrp="1"/>
          </p:cNvSpPr>
          <p:nvPr/>
        </p:nvSpPr>
        <p:spPr>
          <a:xfrm>
            <a:off x="11010900" y="2124075"/>
            <a:ext cx="4095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563" b="1">
                <a:solidFill>
                  <a:srgbClr val="67308F"/>
                </a:solidFill>
              </a:defRPr>
            </a:pPr>
            <a:r>
              <a:rPr sz="563" b="1">
                <a:solidFill>
                  <a:srgbClr val="67308F"/>
                </a:solidFill>
              </a:rPr>
              <a:t>clase_y</a:t>
            </a:r>
          </a:p>
        </p:txBody>
      </p:sp>
      <p:sp>
        <p:nvSpPr>
          <p:cNvPr id="52" name="cls-table-cell-0-2">
            <a:extLst>
              <a:ext uri="{FF2B5EF4-FFF2-40B4-BE49-F238E27FC236}">
                <a16:creationId xmlns:a16="http://schemas.microsoft.com/office/drawing/2014/main" id="{0F914CBA-2948-45B9-B93B-3F3E762D3C0F}"/>
              </a:ext>
            </a:extLst>
          </p:cNvPr>
          <p:cNvSpPr>
            <a:spLocks noGrp="1"/>
          </p:cNvSpPr>
          <p:nvPr/>
        </p:nvSpPr>
        <p:spPr>
          <a:xfrm>
            <a:off x="6477000" y="2476500"/>
            <a:ext cx="42862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53" name="cls-table-cell-text-0-2">
            <a:extLst>
              <a:ext uri="{FF2B5EF4-FFF2-40B4-BE49-F238E27FC236}">
                <a16:creationId xmlns:a16="http://schemas.microsoft.com/office/drawing/2014/main" id="{E97AFD40-6072-4066-95D1-F1AEE06E4C9A}"/>
              </a:ext>
            </a:extLst>
          </p:cNvPr>
          <p:cNvSpPr>
            <a:spLocks noGrp="1"/>
          </p:cNvSpPr>
          <p:nvPr/>
        </p:nvSpPr>
        <p:spPr>
          <a:xfrm>
            <a:off x="6515100" y="2524125"/>
            <a:ext cx="352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24</a:t>
            </a:r>
          </a:p>
        </p:txBody>
      </p:sp>
      <p:sp>
        <p:nvSpPr>
          <p:cNvPr id="54" name="cls-table-cell-0-3">
            <a:extLst>
              <a:ext uri="{FF2B5EF4-FFF2-40B4-BE49-F238E27FC236}">
                <a16:creationId xmlns:a16="http://schemas.microsoft.com/office/drawing/2014/main" id="{3A366D14-0EF0-4C9D-A90F-FAD2BB2924EE}"/>
              </a:ext>
            </a:extLst>
          </p:cNvPr>
          <p:cNvSpPr>
            <a:spLocks noGrp="1"/>
          </p:cNvSpPr>
          <p:nvPr/>
        </p:nvSpPr>
        <p:spPr>
          <a:xfrm>
            <a:off x="6905625" y="2476500"/>
            <a:ext cx="61912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55" name="cls-table-cell-text-0-3">
            <a:extLst>
              <a:ext uri="{FF2B5EF4-FFF2-40B4-BE49-F238E27FC236}">
                <a16:creationId xmlns:a16="http://schemas.microsoft.com/office/drawing/2014/main" id="{F23A9F5C-F562-45D9-BAAF-B245DB944C22}"/>
              </a:ext>
            </a:extLst>
          </p:cNvPr>
          <p:cNvSpPr>
            <a:spLocks noGrp="1"/>
          </p:cNvSpPr>
          <p:nvPr/>
        </p:nvSpPr>
        <p:spPr>
          <a:xfrm>
            <a:off x="6943725" y="2524125"/>
            <a:ext cx="5429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P001</a:t>
            </a:r>
          </a:p>
        </p:txBody>
      </p:sp>
      <p:sp>
        <p:nvSpPr>
          <p:cNvPr id="56" name="cls-table-cell-0-4">
            <a:extLst>
              <a:ext uri="{FF2B5EF4-FFF2-40B4-BE49-F238E27FC236}">
                <a16:creationId xmlns:a16="http://schemas.microsoft.com/office/drawing/2014/main" id="{D88988C1-DFB8-4B31-B217-696558470BEB}"/>
              </a:ext>
            </a:extLst>
          </p:cNvPr>
          <p:cNvSpPr>
            <a:spLocks noGrp="1"/>
          </p:cNvSpPr>
          <p:nvPr/>
        </p:nvSpPr>
        <p:spPr>
          <a:xfrm>
            <a:off x="7524750" y="2476500"/>
            <a:ext cx="571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57" name="cls-table-cell-text-0-4">
            <a:extLst>
              <a:ext uri="{FF2B5EF4-FFF2-40B4-BE49-F238E27FC236}">
                <a16:creationId xmlns:a16="http://schemas.microsoft.com/office/drawing/2014/main" id="{C210EB00-4A00-43CF-870F-36605E6A69D6}"/>
              </a:ext>
            </a:extLst>
          </p:cNvPr>
          <p:cNvSpPr>
            <a:spLocks noGrp="1"/>
          </p:cNvSpPr>
          <p:nvPr/>
        </p:nvSpPr>
        <p:spPr>
          <a:xfrm>
            <a:off x="7562850" y="2524125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3</a:t>
            </a:r>
          </a:p>
        </p:txBody>
      </p:sp>
      <p:sp>
        <p:nvSpPr>
          <p:cNvPr id="58" name="cls-table-cell-0-5">
            <a:extLst>
              <a:ext uri="{FF2B5EF4-FFF2-40B4-BE49-F238E27FC236}">
                <a16:creationId xmlns:a16="http://schemas.microsoft.com/office/drawing/2014/main" id="{0D7D833D-5D7A-472A-8C13-5AD9EB6E5869}"/>
              </a:ext>
            </a:extLst>
          </p:cNvPr>
          <p:cNvSpPr>
            <a:spLocks noGrp="1"/>
          </p:cNvSpPr>
          <p:nvPr/>
        </p:nvSpPr>
        <p:spPr>
          <a:xfrm>
            <a:off x="8096250" y="2476500"/>
            <a:ext cx="4953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59" name="cls-table-cell-text-0-5">
            <a:extLst>
              <a:ext uri="{FF2B5EF4-FFF2-40B4-BE49-F238E27FC236}">
                <a16:creationId xmlns:a16="http://schemas.microsoft.com/office/drawing/2014/main" id="{20915C1B-7B0B-490C-BAD9-EAFC6FB85A41}"/>
              </a:ext>
            </a:extLst>
          </p:cNvPr>
          <p:cNvSpPr>
            <a:spLocks noGrp="1"/>
          </p:cNvSpPr>
          <p:nvPr/>
        </p:nvSpPr>
        <p:spPr>
          <a:xfrm>
            <a:off x="8134350" y="2524125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$85</a:t>
            </a:r>
          </a:p>
        </p:txBody>
      </p:sp>
      <p:sp>
        <p:nvSpPr>
          <p:cNvPr id="60" name="cls-table-cell-0-6">
            <a:extLst>
              <a:ext uri="{FF2B5EF4-FFF2-40B4-BE49-F238E27FC236}">
                <a16:creationId xmlns:a16="http://schemas.microsoft.com/office/drawing/2014/main" id="{F6E013BF-E418-4307-9AB6-9A46959EE478}"/>
              </a:ext>
            </a:extLst>
          </p:cNvPr>
          <p:cNvSpPr>
            <a:spLocks noGrp="1"/>
          </p:cNvSpPr>
          <p:nvPr/>
        </p:nvSpPr>
        <p:spPr>
          <a:xfrm>
            <a:off x="8591550" y="2476500"/>
            <a:ext cx="5334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61" name="cls-table-cell-text-0-6">
            <a:extLst>
              <a:ext uri="{FF2B5EF4-FFF2-40B4-BE49-F238E27FC236}">
                <a16:creationId xmlns:a16="http://schemas.microsoft.com/office/drawing/2014/main" id="{2DFE4335-944B-4DD8-A015-B4F6C066108E}"/>
              </a:ext>
            </a:extLst>
          </p:cNvPr>
          <p:cNvSpPr>
            <a:spLocks noGrp="1"/>
          </p:cNvSpPr>
          <p:nvPr/>
        </p:nvSpPr>
        <p:spPr>
          <a:xfrm>
            <a:off x="8629650" y="2524125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$1,305</a:t>
            </a:r>
          </a:p>
        </p:txBody>
      </p:sp>
      <p:sp>
        <p:nvSpPr>
          <p:cNvPr id="62" name="cls-table-cell-1-0">
            <a:extLst>
              <a:ext uri="{FF2B5EF4-FFF2-40B4-BE49-F238E27FC236}">
                <a16:creationId xmlns:a16="http://schemas.microsoft.com/office/drawing/2014/main" id="{56C0B7C2-6797-45CB-9E81-D5CF57918F44}"/>
              </a:ext>
            </a:extLst>
          </p:cNvPr>
          <p:cNvSpPr>
            <a:spLocks noGrp="1"/>
          </p:cNvSpPr>
          <p:nvPr/>
        </p:nvSpPr>
        <p:spPr>
          <a:xfrm>
            <a:off x="9124950" y="2476500"/>
            <a:ext cx="5524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63" name="cls-table-cell-text-1-0">
            <a:extLst>
              <a:ext uri="{FF2B5EF4-FFF2-40B4-BE49-F238E27FC236}">
                <a16:creationId xmlns:a16="http://schemas.microsoft.com/office/drawing/2014/main" id="{132A26B1-3A84-461F-A452-1796A1ADD7E6}"/>
              </a:ext>
            </a:extLst>
          </p:cNvPr>
          <p:cNvSpPr>
            <a:spLocks noGrp="1"/>
          </p:cNvSpPr>
          <p:nvPr/>
        </p:nvSpPr>
        <p:spPr>
          <a:xfrm>
            <a:off x="9163050" y="2524125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$0</a:t>
            </a:r>
          </a:p>
        </p:txBody>
      </p:sp>
      <p:sp>
        <p:nvSpPr>
          <p:cNvPr id="64" name="cls-table-cell-1-1">
            <a:extLst>
              <a:ext uri="{FF2B5EF4-FFF2-40B4-BE49-F238E27FC236}">
                <a16:creationId xmlns:a16="http://schemas.microsoft.com/office/drawing/2014/main" id="{8B0380C8-6D7A-4067-8432-0E7C4FB528DE}"/>
              </a:ext>
            </a:extLst>
          </p:cNvPr>
          <p:cNvSpPr>
            <a:spLocks noGrp="1"/>
          </p:cNvSpPr>
          <p:nvPr/>
        </p:nvSpPr>
        <p:spPr>
          <a:xfrm>
            <a:off x="9677400" y="2476500"/>
            <a:ext cx="6096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65" name="cls-table-cell-text-1-1">
            <a:extLst>
              <a:ext uri="{FF2B5EF4-FFF2-40B4-BE49-F238E27FC236}">
                <a16:creationId xmlns:a16="http://schemas.microsoft.com/office/drawing/2014/main" id="{7935CD24-6403-4F55-B225-642D3889A5F9}"/>
              </a:ext>
            </a:extLst>
          </p:cNvPr>
          <p:cNvSpPr>
            <a:spLocks noGrp="1"/>
          </p:cNvSpPr>
          <p:nvPr/>
        </p:nvSpPr>
        <p:spPr>
          <a:xfrm>
            <a:off x="9715500" y="2524125"/>
            <a:ext cx="533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Efectivo</a:t>
            </a:r>
          </a:p>
        </p:txBody>
      </p:sp>
      <p:sp>
        <p:nvSpPr>
          <p:cNvPr id="66" name="cls-table-cell-1-2">
            <a:extLst>
              <a:ext uri="{FF2B5EF4-FFF2-40B4-BE49-F238E27FC236}">
                <a16:creationId xmlns:a16="http://schemas.microsoft.com/office/drawing/2014/main" id="{3E688AE0-6911-46B6-BF33-5B630C02644A}"/>
              </a:ext>
            </a:extLst>
          </p:cNvPr>
          <p:cNvSpPr>
            <a:spLocks noGrp="1"/>
          </p:cNvSpPr>
          <p:nvPr/>
        </p:nvSpPr>
        <p:spPr>
          <a:xfrm>
            <a:off x="10287000" y="2476500"/>
            <a:ext cx="6858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67" name="cls-table-cell-text-1-2">
            <a:extLst>
              <a:ext uri="{FF2B5EF4-FFF2-40B4-BE49-F238E27FC236}">
                <a16:creationId xmlns:a16="http://schemas.microsoft.com/office/drawing/2014/main" id="{255E8F59-C665-4579-966A-5D9CEF316BEA}"/>
              </a:ext>
            </a:extLst>
          </p:cNvPr>
          <p:cNvSpPr>
            <a:spLocks noGrp="1"/>
          </p:cNvSpPr>
          <p:nvPr/>
        </p:nvSpPr>
        <p:spPr>
          <a:xfrm>
            <a:off x="10325100" y="2524125"/>
            <a:ext cx="609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0%</a:t>
            </a:r>
          </a:p>
        </p:txBody>
      </p:sp>
      <p:sp>
        <p:nvSpPr>
          <p:cNvPr id="68" name="cls-table-cell-1-3">
            <a:extLst>
              <a:ext uri="{FF2B5EF4-FFF2-40B4-BE49-F238E27FC236}">
                <a16:creationId xmlns:a16="http://schemas.microsoft.com/office/drawing/2014/main" id="{9968BE30-3AB0-4AFB-B456-67F65A50FCC9}"/>
              </a:ext>
            </a:extLst>
          </p:cNvPr>
          <p:cNvSpPr>
            <a:spLocks noGrp="1"/>
          </p:cNvSpPr>
          <p:nvPr/>
        </p:nvSpPr>
        <p:spPr>
          <a:xfrm>
            <a:off x="10972800" y="2476500"/>
            <a:ext cx="485775" cy="400050"/>
          </a:xfrm>
          <a:prstGeom prst="rect">
            <a:avLst/>
          </a:prstGeom>
          <a:solidFill>
            <a:srgbClr val="F3EAFE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69" name="cls-table-cell-text-1-3">
            <a:extLst>
              <a:ext uri="{FF2B5EF4-FFF2-40B4-BE49-F238E27FC236}">
                <a16:creationId xmlns:a16="http://schemas.microsoft.com/office/drawing/2014/main" id="{C5CA6B0D-C82C-4C32-BF14-40861C9EADAA}"/>
              </a:ext>
            </a:extLst>
          </p:cNvPr>
          <p:cNvSpPr>
            <a:spLocks noGrp="1"/>
          </p:cNvSpPr>
          <p:nvPr/>
        </p:nvSpPr>
        <p:spPr>
          <a:xfrm>
            <a:off x="11010900" y="2524125"/>
            <a:ext cx="4095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67308F"/>
                </a:solidFill>
              </a:defRPr>
            </a:pPr>
            <a:r>
              <a:rPr sz="750" b="0">
                <a:solidFill>
                  <a:srgbClr val="67308F"/>
                </a:solidFill>
              </a:rPr>
              <a:t>0</a:t>
            </a:r>
          </a:p>
        </p:txBody>
      </p:sp>
      <p:sp>
        <p:nvSpPr>
          <p:cNvPr id="70" name="cls-table-cell-1-4">
            <a:extLst>
              <a:ext uri="{FF2B5EF4-FFF2-40B4-BE49-F238E27FC236}">
                <a16:creationId xmlns:a16="http://schemas.microsoft.com/office/drawing/2014/main" id="{8A350935-6AF3-4E0B-994B-3182F278C3BE}"/>
              </a:ext>
            </a:extLst>
          </p:cNvPr>
          <p:cNvSpPr>
            <a:spLocks noGrp="1"/>
          </p:cNvSpPr>
          <p:nvPr/>
        </p:nvSpPr>
        <p:spPr>
          <a:xfrm>
            <a:off x="6477000" y="2876550"/>
            <a:ext cx="42862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71" name="cls-table-cell-text-1-4">
            <a:extLst>
              <a:ext uri="{FF2B5EF4-FFF2-40B4-BE49-F238E27FC236}">
                <a16:creationId xmlns:a16="http://schemas.microsoft.com/office/drawing/2014/main" id="{6F0BF1AE-8863-47A8-8250-DE9193FDEEAC}"/>
              </a:ext>
            </a:extLst>
          </p:cNvPr>
          <p:cNvSpPr>
            <a:spLocks noGrp="1"/>
          </p:cNvSpPr>
          <p:nvPr/>
        </p:nvSpPr>
        <p:spPr>
          <a:xfrm>
            <a:off x="6515100" y="2924175"/>
            <a:ext cx="3524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37</a:t>
            </a:r>
          </a:p>
        </p:txBody>
      </p:sp>
      <p:sp>
        <p:nvSpPr>
          <p:cNvPr id="72" name="cls-table-cell-1-5">
            <a:extLst>
              <a:ext uri="{FF2B5EF4-FFF2-40B4-BE49-F238E27FC236}">
                <a16:creationId xmlns:a16="http://schemas.microsoft.com/office/drawing/2014/main" id="{DA34A230-E01E-4819-982B-635E1F8EA529}"/>
              </a:ext>
            </a:extLst>
          </p:cNvPr>
          <p:cNvSpPr>
            <a:spLocks noGrp="1"/>
          </p:cNvSpPr>
          <p:nvPr/>
        </p:nvSpPr>
        <p:spPr>
          <a:xfrm>
            <a:off x="6905625" y="2876550"/>
            <a:ext cx="619125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73" name="cls-table-cell-text-1-5">
            <a:extLst>
              <a:ext uri="{FF2B5EF4-FFF2-40B4-BE49-F238E27FC236}">
                <a16:creationId xmlns:a16="http://schemas.microsoft.com/office/drawing/2014/main" id="{32E46FE5-C922-4FE3-AA7A-CA4F4F261BDF}"/>
              </a:ext>
            </a:extLst>
          </p:cNvPr>
          <p:cNvSpPr>
            <a:spLocks noGrp="1"/>
          </p:cNvSpPr>
          <p:nvPr/>
        </p:nvSpPr>
        <p:spPr>
          <a:xfrm>
            <a:off x="6943725" y="2924175"/>
            <a:ext cx="5429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P002</a:t>
            </a:r>
          </a:p>
        </p:txBody>
      </p:sp>
      <p:sp>
        <p:nvSpPr>
          <p:cNvPr id="74" name="cls-table-cell-1-6">
            <a:extLst>
              <a:ext uri="{FF2B5EF4-FFF2-40B4-BE49-F238E27FC236}">
                <a16:creationId xmlns:a16="http://schemas.microsoft.com/office/drawing/2014/main" id="{3F5060D4-FDFA-4DA4-BCFF-0771C144A0B0}"/>
              </a:ext>
            </a:extLst>
          </p:cNvPr>
          <p:cNvSpPr>
            <a:spLocks noGrp="1"/>
          </p:cNvSpPr>
          <p:nvPr/>
        </p:nvSpPr>
        <p:spPr>
          <a:xfrm>
            <a:off x="7524750" y="2876550"/>
            <a:ext cx="5715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75" name="cls-table-cell-text-1-6">
            <a:extLst>
              <a:ext uri="{FF2B5EF4-FFF2-40B4-BE49-F238E27FC236}">
                <a16:creationId xmlns:a16="http://schemas.microsoft.com/office/drawing/2014/main" id="{9AFB746A-2F9D-48DD-8BBB-776475DFB652}"/>
              </a:ext>
            </a:extLst>
          </p:cNvPr>
          <p:cNvSpPr>
            <a:spLocks noGrp="1"/>
          </p:cNvSpPr>
          <p:nvPr/>
        </p:nvSpPr>
        <p:spPr>
          <a:xfrm>
            <a:off x="7562850" y="2924175"/>
            <a:ext cx="495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2</a:t>
            </a:r>
          </a:p>
        </p:txBody>
      </p:sp>
      <p:sp>
        <p:nvSpPr>
          <p:cNvPr id="76" name="cls-table-cell-2-0">
            <a:extLst>
              <a:ext uri="{FF2B5EF4-FFF2-40B4-BE49-F238E27FC236}">
                <a16:creationId xmlns:a16="http://schemas.microsoft.com/office/drawing/2014/main" id="{6D38797D-DA8A-4CA6-AF8B-EAA8817712CE}"/>
              </a:ext>
            </a:extLst>
          </p:cNvPr>
          <p:cNvSpPr>
            <a:spLocks noGrp="1"/>
          </p:cNvSpPr>
          <p:nvPr/>
        </p:nvSpPr>
        <p:spPr>
          <a:xfrm>
            <a:off x="8096250" y="2876550"/>
            <a:ext cx="4953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77" name="cls-table-cell-text-2-0">
            <a:extLst>
              <a:ext uri="{FF2B5EF4-FFF2-40B4-BE49-F238E27FC236}">
                <a16:creationId xmlns:a16="http://schemas.microsoft.com/office/drawing/2014/main" id="{976C1EA8-7678-4B4C-A0AF-EBBCF0432980}"/>
              </a:ext>
            </a:extLst>
          </p:cNvPr>
          <p:cNvSpPr>
            <a:spLocks noGrp="1"/>
          </p:cNvSpPr>
          <p:nvPr/>
        </p:nvSpPr>
        <p:spPr>
          <a:xfrm>
            <a:off x="8134350" y="2924175"/>
            <a:ext cx="4191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$120</a:t>
            </a:r>
          </a:p>
        </p:txBody>
      </p:sp>
      <p:sp>
        <p:nvSpPr>
          <p:cNvPr id="78" name="cls-table-cell-2-1">
            <a:extLst>
              <a:ext uri="{FF2B5EF4-FFF2-40B4-BE49-F238E27FC236}">
                <a16:creationId xmlns:a16="http://schemas.microsoft.com/office/drawing/2014/main" id="{17C43C37-7C94-47CB-80DB-C775285237DE}"/>
              </a:ext>
            </a:extLst>
          </p:cNvPr>
          <p:cNvSpPr>
            <a:spLocks noGrp="1"/>
          </p:cNvSpPr>
          <p:nvPr/>
        </p:nvSpPr>
        <p:spPr>
          <a:xfrm>
            <a:off x="8591550" y="2876550"/>
            <a:ext cx="5334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79" name="cls-table-cell-text-2-1">
            <a:extLst>
              <a:ext uri="{FF2B5EF4-FFF2-40B4-BE49-F238E27FC236}">
                <a16:creationId xmlns:a16="http://schemas.microsoft.com/office/drawing/2014/main" id="{7C0F89E4-94A5-48E5-AE6F-1083895FB398}"/>
              </a:ext>
            </a:extLst>
          </p:cNvPr>
          <p:cNvSpPr>
            <a:spLocks noGrp="1"/>
          </p:cNvSpPr>
          <p:nvPr/>
        </p:nvSpPr>
        <p:spPr>
          <a:xfrm>
            <a:off x="8629650" y="2924175"/>
            <a:ext cx="4572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$480</a:t>
            </a:r>
          </a:p>
        </p:txBody>
      </p:sp>
      <p:sp>
        <p:nvSpPr>
          <p:cNvPr id="80" name="cls-table-cell-2-2">
            <a:extLst>
              <a:ext uri="{FF2B5EF4-FFF2-40B4-BE49-F238E27FC236}">
                <a16:creationId xmlns:a16="http://schemas.microsoft.com/office/drawing/2014/main" id="{C7EF6252-CFDC-4054-BD43-C84F242843A2}"/>
              </a:ext>
            </a:extLst>
          </p:cNvPr>
          <p:cNvSpPr>
            <a:spLocks noGrp="1"/>
          </p:cNvSpPr>
          <p:nvPr/>
        </p:nvSpPr>
        <p:spPr>
          <a:xfrm>
            <a:off x="9124950" y="2876550"/>
            <a:ext cx="55245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81" name="cls-table-cell-text-2-2">
            <a:extLst>
              <a:ext uri="{FF2B5EF4-FFF2-40B4-BE49-F238E27FC236}">
                <a16:creationId xmlns:a16="http://schemas.microsoft.com/office/drawing/2014/main" id="{FF88FCA7-1EB9-41BA-9C56-B715F72E06FB}"/>
              </a:ext>
            </a:extLst>
          </p:cNvPr>
          <p:cNvSpPr>
            <a:spLocks noGrp="1"/>
          </p:cNvSpPr>
          <p:nvPr/>
        </p:nvSpPr>
        <p:spPr>
          <a:xfrm>
            <a:off x="9163050" y="2924175"/>
            <a:ext cx="476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$80</a:t>
            </a:r>
          </a:p>
        </p:txBody>
      </p:sp>
      <p:sp>
        <p:nvSpPr>
          <p:cNvPr id="82" name="cls-table-cell-2-3">
            <a:extLst>
              <a:ext uri="{FF2B5EF4-FFF2-40B4-BE49-F238E27FC236}">
                <a16:creationId xmlns:a16="http://schemas.microsoft.com/office/drawing/2014/main" id="{F18F0BC9-7B0B-4D43-AD5D-9E130A949B7A}"/>
              </a:ext>
            </a:extLst>
          </p:cNvPr>
          <p:cNvSpPr>
            <a:spLocks noGrp="1"/>
          </p:cNvSpPr>
          <p:nvPr/>
        </p:nvSpPr>
        <p:spPr>
          <a:xfrm>
            <a:off x="9677400" y="2876550"/>
            <a:ext cx="6096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83" name="cls-table-cell-text-2-3">
            <a:extLst>
              <a:ext uri="{FF2B5EF4-FFF2-40B4-BE49-F238E27FC236}">
                <a16:creationId xmlns:a16="http://schemas.microsoft.com/office/drawing/2014/main" id="{97600974-EA06-4A8F-A2D8-D10427C756DD}"/>
              </a:ext>
            </a:extLst>
          </p:cNvPr>
          <p:cNvSpPr>
            <a:spLocks noGrp="1"/>
          </p:cNvSpPr>
          <p:nvPr/>
        </p:nvSpPr>
        <p:spPr>
          <a:xfrm>
            <a:off x="9715500" y="2924175"/>
            <a:ext cx="533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PayPal</a:t>
            </a:r>
          </a:p>
        </p:txBody>
      </p:sp>
      <p:sp>
        <p:nvSpPr>
          <p:cNvPr id="84" name="cls-table-cell-2-4">
            <a:extLst>
              <a:ext uri="{FF2B5EF4-FFF2-40B4-BE49-F238E27FC236}">
                <a16:creationId xmlns:a16="http://schemas.microsoft.com/office/drawing/2014/main" id="{14B23AE5-D075-4202-8585-EFEFE9C40CAC}"/>
              </a:ext>
            </a:extLst>
          </p:cNvPr>
          <p:cNvSpPr>
            <a:spLocks noGrp="1"/>
          </p:cNvSpPr>
          <p:nvPr/>
        </p:nvSpPr>
        <p:spPr>
          <a:xfrm>
            <a:off x="10287000" y="2876550"/>
            <a:ext cx="6858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85" name="cls-table-cell-text-2-4">
            <a:extLst>
              <a:ext uri="{FF2B5EF4-FFF2-40B4-BE49-F238E27FC236}">
                <a16:creationId xmlns:a16="http://schemas.microsoft.com/office/drawing/2014/main" id="{DB3B8A8F-98FD-4D15-852D-E3C28F33027D}"/>
              </a:ext>
            </a:extLst>
          </p:cNvPr>
          <p:cNvSpPr>
            <a:spLocks noGrp="1"/>
          </p:cNvSpPr>
          <p:nvPr/>
        </p:nvSpPr>
        <p:spPr>
          <a:xfrm>
            <a:off x="10325100" y="2924175"/>
            <a:ext cx="609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173B73"/>
                </a:solidFill>
              </a:defRPr>
            </a:pPr>
            <a:r>
              <a:rPr sz="750" b="0">
                <a:solidFill>
                  <a:srgbClr val="173B73"/>
                </a:solidFill>
              </a:rPr>
              <a:t>50%</a:t>
            </a:r>
          </a:p>
        </p:txBody>
      </p:sp>
      <p:sp>
        <p:nvSpPr>
          <p:cNvPr id="86" name="cls-table-cell-2-5">
            <a:extLst>
              <a:ext uri="{FF2B5EF4-FFF2-40B4-BE49-F238E27FC236}">
                <a16:creationId xmlns:a16="http://schemas.microsoft.com/office/drawing/2014/main" id="{9E1A4F5A-383E-4E41-836E-E56FED71AB61}"/>
              </a:ext>
            </a:extLst>
          </p:cNvPr>
          <p:cNvSpPr>
            <a:spLocks noGrp="1"/>
          </p:cNvSpPr>
          <p:nvPr/>
        </p:nvSpPr>
        <p:spPr>
          <a:xfrm>
            <a:off x="10972800" y="2876550"/>
            <a:ext cx="485775" cy="400050"/>
          </a:xfrm>
          <a:prstGeom prst="rect">
            <a:avLst/>
          </a:prstGeom>
          <a:solidFill>
            <a:srgbClr val="F3EAFE"/>
          </a:solidFill>
          <a:ln w="9525">
            <a:solidFill>
              <a:srgbClr val="C9D2E3"/>
            </a:solidFill>
            <a:prstDash val="solid"/>
          </a:ln>
        </p:spPr>
      </p:sp>
      <p:sp>
        <p:nvSpPr>
          <p:cNvPr id="87" name="cls-table-cell-text-2-5">
            <a:extLst>
              <a:ext uri="{FF2B5EF4-FFF2-40B4-BE49-F238E27FC236}">
                <a16:creationId xmlns:a16="http://schemas.microsoft.com/office/drawing/2014/main" id="{61AB29C4-8F61-4D61-A593-6000757EB560}"/>
              </a:ext>
            </a:extLst>
          </p:cNvPr>
          <p:cNvSpPr>
            <a:spLocks noGrp="1"/>
          </p:cNvSpPr>
          <p:nvPr/>
        </p:nvSpPr>
        <p:spPr>
          <a:xfrm>
            <a:off x="11010900" y="2924175"/>
            <a:ext cx="4095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750" b="0">
                <a:solidFill>
                  <a:srgbClr val="67308F"/>
                </a:solidFill>
              </a:defRPr>
            </a:pPr>
            <a:r>
              <a:rPr sz="750" b="0">
                <a:solidFill>
                  <a:srgbClr val="67308F"/>
                </a:solidFill>
              </a:rPr>
              <a:t>1</a:t>
            </a:r>
          </a:p>
        </p:txBody>
      </p:sp>
      <p:sp>
        <p:nvSpPr>
          <p:cNvPr id="90" name="cls-analysis-callout">
            <a:extLst>
              <a:ext uri="{FF2B5EF4-FFF2-40B4-BE49-F238E27FC236}">
                <a16:creationId xmlns:a16="http://schemas.microsoft.com/office/drawing/2014/main" id="{20AD49F5-6B8E-481B-99F2-3021C66EFC52}"/>
              </a:ext>
            </a:extLst>
          </p:cNvPr>
          <p:cNvSpPr>
            <a:spLocks noGrp="1"/>
          </p:cNvSpPr>
          <p:nvPr/>
        </p:nvSpPr>
        <p:spPr>
          <a:xfrm>
            <a:off x="6534150" y="4552950"/>
            <a:ext cx="4981575" cy="1066800"/>
          </a:xfrm>
          <a:prstGeom prst="roundRect">
            <a:avLst>
              <a:gd name="adj" fmla="val 5357"/>
            </a:avLst>
          </a:prstGeom>
          <a:solidFill>
            <a:srgbClr val="FFF8E7"/>
          </a:solidFill>
          <a:ln w="14288">
            <a:solidFill>
              <a:srgbClr val="E8B341"/>
            </a:solidFill>
            <a:prstDash val="solid"/>
          </a:ln>
        </p:spPr>
      </p:sp>
      <p:sp>
        <p:nvSpPr>
          <p:cNvPr id="91" name="cls-analysis-icon">
            <a:extLst>
              <a:ext uri="{FF2B5EF4-FFF2-40B4-BE49-F238E27FC236}">
                <a16:creationId xmlns:a16="http://schemas.microsoft.com/office/drawing/2014/main" id="{093B6347-75F9-4BB6-96E0-4516C8BC90E0}"/>
              </a:ext>
            </a:extLst>
          </p:cNvPr>
          <p:cNvSpPr>
            <a:spLocks noGrp="1"/>
          </p:cNvSpPr>
          <p:nvPr/>
        </p:nvSpPr>
        <p:spPr>
          <a:xfrm>
            <a:off x="6705600" y="4695825"/>
            <a:ext cx="5238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000" b="1">
                <a:solidFill>
                  <a:srgbClr val="12356B"/>
                </a:solidFill>
              </a:defRPr>
            </a:pPr>
            <a:r>
              <a:rPr sz="3000" b="1">
                <a:solidFill>
                  <a:srgbClr val="12356B"/>
                </a:solidFill>
              </a:rPr>
              <a:t>◎</a:t>
            </a:r>
          </a:p>
        </p:txBody>
      </p:sp>
      <p:sp>
        <p:nvSpPr>
          <p:cNvPr id="92" name="cls-analysis-title">
            <a:extLst>
              <a:ext uri="{FF2B5EF4-FFF2-40B4-BE49-F238E27FC236}">
                <a16:creationId xmlns:a16="http://schemas.microsoft.com/office/drawing/2014/main" id="{A9AA81B5-B34C-4DCE-B802-0C5491C4B1EB}"/>
              </a:ext>
            </a:extLst>
          </p:cNvPr>
          <p:cNvSpPr>
            <a:spLocks noGrp="1"/>
          </p:cNvSpPr>
          <p:nvPr/>
        </p:nvSpPr>
        <p:spPr>
          <a:xfrm>
            <a:off x="7334250" y="468630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2356B"/>
                </a:solidFill>
              </a:defRPr>
            </a:pPr>
            <a:r>
              <a:rPr sz="1350" b="1">
                <a:solidFill>
                  <a:srgbClr val="12356B"/>
                </a:solidFill>
              </a:rPr>
              <a:t>¿Qué se va a predecir?</a:t>
            </a:r>
          </a:p>
        </p:txBody>
      </p:sp>
      <p:sp>
        <p:nvSpPr>
          <p:cNvPr id="93" name="cls-analysis-body">
            <a:extLst>
              <a:ext uri="{FF2B5EF4-FFF2-40B4-BE49-F238E27FC236}">
                <a16:creationId xmlns:a16="http://schemas.microsoft.com/office/drawing/2014/main" id="{D8549FFC-EB70-47F0-A6C0-2995A90FF63F}"/>
              </a:ext>
            </a:extLst>
          </p:cNvPr>
          <p:cNvSpPr>
            <a:spLocks noGrp="1"/>
          </p:cNvSpPr>
          <p:nvPr/>
        </p:nvSpPr>
        <p:spPr>
          <a:xfrm>
            <a:off x="7334250" y="5000625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Predecir si un pedido pendiente terminará cancelado: Cancelado = 1 y Entregado = 0.</a:t>
            </a:r>
          </a:p>
        </p:txBody>
      </p:sp>
    </p:spTree>
    <p:extLst>
      <p:ext uri="{BB962C8B-B14F-4D97-AF65-F5344CB8AC3E}">
        <p14:creationId xmlns:p14="http://schemas.microsoft.com/office/powerpoint/2010/main" val="695566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-kicker">
            <a:extLst>
              <a:ext uri="{FF2B5EF4-FFF2-40B4-BE49-F238E27FC236}">
                <a16:creationId xmlns:a16="http://schemas.microsoft.com/office/drawing/2014/main" id="{9DDF72D1-8743-4843-8D64-1FDB0D738EF3}"/>
              </a:ext>
            </a:extLst>
          </p:cNvPr>
          <p:cNvSpPr>
            <a:spLocks noGrp="1"/>
          </p:cNvSpPr>
          <p:nvPr/>
        </p:nvSpPr>
        <p:spPr>
          <a:xfrm>
            <a:off x="476250" y="1905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F62C7"/>
                </a:solidFill>
              </a:defRPr>
            </a:pPr>
            <a:r>
              <a:rPr sz="1200" b="1">
                <a:solidFill>
                  <a:srgbClr val="2F62C7"/>
                </a:solidFill>
              </a:rPr>
              <a:t>PROPUESTA 2 · SISTEMA DE RECOMENDACIÓN</a:t>
            </a:r>
          </a:p>
        </p:txBody>
      </p:sp>
      <p:sp>
        <p:nvSpPr>
          <p:cNvPr id="2" name="rec-title">
            <a:extLst>
              <a:ext uri="{FF2B5EF4-FFF2-40B4-BE49-F238E27FC236}">
                <a16:creationId xmlns:a16="http://schemas.microsoft.com/office/drawing/2014/main" id="{9079D89D-F13E-45A9-9762-F2B4F4718599}"/>
              </a:ext>
            </a:extLst>
          </p:cNvPr>
          <p:cNvSpPr>
            <a:spLocks noGrp="1"/>
          </p:cNvSpPr>
          <p:nvPr/>
        </p:nvSpPr>
        <p:spPr>
          <a:xfrm>
            <a:off x="476250" y="476250"/>
            <a:ext cx="11239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625" b="1">
                <a:solidFill>
                  <a:srgbClr val="12356B"/>
                </a:solidFill>
              </a:defRPr>
            </a:pPr>
            <a:r>
              <a:rPr sz="2625" b="1">
                <a:solidFill>
                  <a:srgbClr val="12356B"/>
                </a:solidFill>
              </a:rPr>
              <a:t>Recomendar productos mediante similitud entre ítems</a:t>
            </a:r>
          </a:p>
        </p:txBody>
      </p:sp>
      <p:sp>
        <p:nvSpPr>
          <p:cNvPr id="3" name="rec-page">
            <a:extLst>
              <a:ext uri="{FF2B5EF4-FFF2-40B4-BE49-F238E27FC236}">
                <a16:creationId xmlns:a16="http://schemas.microsoft.com/office/drawing/2014/main" id="{D950AFAC-2F27-4901-A39B-5724F72EB1E5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59677C"/>
                </a:solidFill>
              </a:defRPr>
            </a:pPr>
            <a:r>
              <a:rPr sz="975" b="0">
                <a:solidFill>
                  <a:srgbClr val="59677C"/>
                </a:solidFill>
              </a:rPr>
              <a:t>3</a:t>
            </a:r>
          </a:p>
        </p:txBody>
      </p:sp>
      <p:sp>
        <p:nvSpPr>
          <p:cNvPr id="4" name="rec-database-panel">
            <a:extLst>
              <a:ext uri="{FF2B5EF4-FFF2-40B4-BE49-F238E27FC236}">
                <a16:creationId xmlns:a16="http://schemas.microsoft.com/office/drawing/2014/main" id="{5CC28D12-6654-4730-ACDF-C56C7B2374C8}"/>
              </a:ext>
            </a:extLst>
          </p:cNvPr>
          <p:cNvSpPr>
            <a:spLocks noGrp="1"/>
          </p:cNvSpPr>
          <p:nvPr/>
        </p:nvSpPr>
        <p:spPr>
          <a:xfrm>
            <a:off x="323850" y="1066800"/>
            <a:ext cx="4762500" cy="485775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9050">
            <a:solidFill>
              <a:srgbClr val="2F62C7"/>
            </a:solidFill>
            <a:prstDash val="solid"/>
          </a:ln>
        </p:spPr>
      </p:sp>
      <p:sp>
        <p:nvSpPr>
          <p:cNvPr id="5" name="rec-database-banner">
            <a:extLst>
              <a:ext uri="{FF2B5EF4-FFF2-40B4-BE49-F238E27FC236}">
                <a16:creationId xmlns:a16="http://schemas.microsoft.com/office/drawing/2014/main" id="{62B32660-F8DE-4226-82E0-F309A86D5248}"/>
              </a:ext>
            </a:extLst>
          </p:cNvPr>
          <p:cNvSpPr>
            <a:spLocks noGrp="1"/>
          </p:cNvSpPr>
          <p:nvPr/>
        </p:nvSpPr>
        <p:spPr>
          <a:xfrm>
            <a:off x="1381125" y="1181100"/>
            <a:ext cx="2667000" cy="400050"/>
          </a:xfrm>
          <a:prstGeom prst="roundRect">
            <a:avLst>
              <a:gd name="adj" fmla="val 14286"/>
            </a:avLst>
          </a:prstGeom>
          <a:solidFill>
            <a:srgbClr val="EAF1FC"/>
          </a:solidFill>
          <a:ln w="0">
            <a:solidFill>
              <a:srgbClr val="EAF1FC"/>
            </a:solidFill>
            <a:prstDash val="solid"/>
          </a:ln>
        </p:spPr>
      </p:sp>
      <p:sp>
        <p:nvSpPr>
          <p:cNvPr id="6" name="rec-database-banner-text">
            <a:extLst>
              <a:ext uri="{FF2B5EF4-FFF2-40B4-BE49-F238E27FC236}">
                <a16:creationId xmlns:a16="http://schemas.microsoft.com/office/drawing/2014/main" id="{7D92CB2A-8100-4B22-996B-3F81B285353A}"/>
              </a:ext>
            </a:extLst>
          </p:cNvPr>
          <p:cNvSpPr>
            <a:spLocks noGrp="1"/>
          </p:cNvSpPr>
          <p:nvPr/>
        </p:nvSpPr>
        <p:spPr>
          <a:xfrm>
            <a:off x="1476375" y="1266825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2356B"/>
                </a:solidFill>
              </a:defRPr>
            </a:pPr>
            <a:r>
              <a:rPr sz="1425" b="1">
                <a:solidFill>
                  <a:srgbClr val="12356B"/>
                </a:solidFill>
              </a:rPr>
              <a:t>▰  COLECCIONES MONGODB</a:t>
            </a:r>
          </a:p>
        </p:txBody>
      </p:sp>
      <p:sp>
        <p:nvSpPr>
          <p:cNvPr id="7" name="rec-full-USUARIOS">
            <a:extLst>
              <a:ext uri="{FF2B5EF4-FFF2-40B4-BE49-F238E27FC236}">
                <a16:creationId xmlns:a16="http://schemas.microsoft.com/office/drawing/2014/main" id="{3FB8BBE6-448A-42AE-9933-59CC5A1C6375}"/>
              </a:ext>
            </a:extLst>
          </p:cNvPr>
          <p:cNvSpPr>
            <a:spLocks noGrp="1"/>
          </p:cNvSpPr>
          <p:nvPr/>
        </p:nvSpPr>
        <p:spPr>
          <a:xfrm>
            <a:off x="495301" y="1695450"/>
            <a:ext cx="1042988" cy="257175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3335">
            <a:solidFill>
              <a:srgbClr val="12356B"/>
            </a:solidFill>
            <a:prstDash val="solid"/>
          </a:ln>
        </p:spPr>
      </p:sp>
      <p:sp>
        <p:nvSpPr>
          <p:cNvPr id="8" name="rec-full-head-USUARIOS">
            <a:extLst>
              <a:ext uri="{FF2B5EF4-FFF2-40B4-BE49-F238E27FC236}">
                <a16:creationId xmlns:a16="http://schemas.microsoft.com/office/drawing/2014/main" id="{D89A0483-70B8-4091-AA8B-0D9418EF6C61}"/>
              </a:ext>
            </a:extLst>
          </p:cNvPr>
          <p:cNvSpPr>
            <a:spLocks noGrp="1"/>
          </p:cNvSpPr>
          <p:nvPr/>
        </p:nvSpPr>
        <p:spPr>
          <a:xfrm>
            <a:off x="495301" y="1695450"/>
            <a:ext cx="1042988" cy="285750"/>
          </a:xfrm>
          <a:prstGeom prst="roundRect">
            <a:avLst>
              <a:gd name="adj" fmla="val 6667"/>
            </a:avLst>
          </a:prstGeom>
          <a:solidFill>
            <a:srgbClr val="12356B"/>
          </a:solidFill>
          <a:ln w="9525">
            <a:solidFill>
              <a:srgbClr val="12356B"/>
            </a:solidFill>
            <a:prstDash val="solid"/>
          </a:ln>
        </p:spPr>
      </p:sp>
      <p:sp>
        <p:nvSpPr>
          <p:cNvPr id="9" name="rec-full-title-USUARIOS">
            <a:extLst>
              <a:ext uri="{FF2B5EF4-FFF2-40B4-BE49-F238E27FC236}">
                <a16:creationId xmlns:a16="http://schemas.microsoft.com/office/drawing/2014/main" id="{E6720D4E-1B61-419B-A1AB-A0CCE831A834}"/>
              </a:ext>
            </a:extLst>
          </p:cNvPr>
          <p:cNvSpPr>
            <a:spLocks noGrp="1"/>
          </p:cNvSpPr>
          <p:nvPr/>
        </p:nvSpPr>
        <p:spPr>
          <a:xfrm>
            <a:off x="542925" y="173355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USUARIOS</a:t>
            </a:r>
          </a:p>
        </p:txBody>
      </p:sp>
      <p:sp>
        <p:nvSpPr>
          <p:cNvPr id="10" name="rec-full-fields-USUARIOS-0">
            <a:extLst>
              <a:ext uri="{FF2B5EF4-FFF2-40B4-BE49-F238E27FC236}">
                <a16:creationId xmlns:a16="http://schemas.microsoft.com/office/drawing/2014/main" id="{3972EBE5-5D6C-42E4-8575-3A850957E387}"/>
              </a:ext>
            </a:extLst>
          </p:cNvPr>
          <p:cNvSpPr>
            <a:spLocks noGrp="1"/>
          </p:cNvSpPr>
          <p:nvPr/>
        </p:nvSpPr>
        <p:spPr>
          <a:xfrm>
            <a:off x="571500" y="2028825"/>
            <a:ext cx="919163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_id · PK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nombre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ap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am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username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email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password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telefono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preguntaSecreta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respuestaSecreta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rol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direcciones[]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endParaRPr sz="638" b="0">
              <a:solidFill>
                <a:srgbClr val="1F2937"/>
              </a:solidFill>
            </a:endParaRPr>
          </a:p>
        </p:txBody>
      </p:sp>
      <p:sp>
        <p:nvSpPr>
          <p:cNvPr id="11" name="rec-full-fields-USUARIOS-1">
            <a:extLst>
              <a:ext uri="{FF2B5EF4-FFF2-40B4-BE49-F238E27FC236}">
                <a16:creationId xmlns:a16="http://schemas.microsoft.com/office/drawing/2014/main" id="{3EF62BD6-EB56-4D70-BD9C-CB4A0C026C02}"/>
              </a:ext>
            </a:extLst>
          </p:cNvPr>
          <p:cNvSpPr>
            <a:spLocks noGrp="1"/>
          </p:cNvSpPr>
          <p:nvPr/>
        </p:nvSpPr>
        <p:spPr>
          <a:xfrm>
            <a:off x="1566863" y="2028825"/>
            <a:ext cx="919163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endParaRPr/>
          </a:p>
        </p:txBody>
      </p:sp>
      <p:sp>
        <p:nvSpPr>
          <p:cNvPr id="13" name="rec-full-PEDIDOS">
            <a:extLst>
              <a:ext uri="{FF2B5EF4-FFF2-40B4-BE49-F238E27FC236}">
                <a16:creationId xmlns:a16="http://schemas.microsoft.com/office/drawing/2014/main" id="{5D245B37-0E09-46EB-B19E-3874D2500D2D}"/>
              </a:ext>
            </a:extLst>
          </p:cNvPr>
          <p:cNvSpPr>
            <a:spLocks noGrp="1"/>
          </p:cNvSpPr>
          <p:nvPr/>
        </p:nvSpPr>
        <p:spPr>
          <a:xfrm>
            <a:off x="2771775" y="1695450"/>
            <a:ext cx="947737" cy="2571750"/>
          </a:xfrm>
          <a:prstGeom prst="roundRect">
            <a:avLst>
              <a:gd name="adj" fmla="val 889"/>
            </a:avLst>
          </a:prstGeom>
          <a:solidFill>
            <a:srgbClr val="FFFFFF"/>
          </a:solidFill>
          <a:ln w="13335">
            <a:solidFill>
              <a:srgbClr val="12356B"/>
            </a:solidFill>
            <a:prstDash val="solid"/>
          </a:ln>
        </p:spPr>
      </p:sp>
      <p:sp>
        <p:nvSpPr>
          <p:cNvPr id="14" name="rec-full-head-PEDIDOS">
            <a:extLst>
              <a:ext uri="{FF2B5EF4-FFF2-40B4-BE49-F238E27FC236}">
                <a16:creationId xmlns:a16="http://schemas.microsoft.com/office/drawing/2014/main" id="{921AC532-B473-4880-975E-18902BB32514}"/>
              </a:ext>
            </a:extLst>
          </p:cNvPr>
          <p:cNvSpPr>
            <a:spLocks noGrp="1"/>
          </p:cNvSpPr>
          <p:nvPr/>
        </p:nvSpPr>
        <p:spPr>
          <a:xfrm>
            <a:off x="2771775" y="1695450"/>
            <a:ext cx="947737" cy="285750"/>
          </a:xfrm>
          <a:prstGeom prst="roundRect">
            <a:avLst>
              <a:gd name="adj" fmla="val 6667"/>
            </a:avLst>
          </a:prstGeom>
          <a:solidFill>
            <a:srgbClr val="12356B"/>
          </a:solidFill>
          <a:ln w="9525">
            <a:solidFill>
              <a:srgbClr val="12356B"/>
            </a:solidFill>
            <a:prstDash val="solid"/>
          </a:ln>
        </p:spPr>
      </p:sp>
      <p:sp>
        <p:nvSpPr>
          <p:cNvPr id="15" name="rec-full-title-PEDIDOS">
            <a:extLst>
              <a:ext uri="{FF2B5EF4-FFF2-40B4-BE49-F238E27FC236}">
                <a16:creationId xmlns:a16="http://schemas.microsoft.com/office/drawing/2014/main" id="{A7C317AE-22C5-4426-8E7D-8EEAA32D827A}"/>
              </a:ext>
            </a:extLst>
          </p:cNvPr>
          <p:cNvSpPr>
            <a:spLocks noGrp="1"/>
          </p:cNvSpPr>
          <p:nvPr/>
        </p:nvSpPr>
        <p:spPr>
          <a:xfrm>
            <a:off x="2819400" y="1733550"/>
            <a:ext cx="20478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PEDIDOS</a:t>
            </a:r>
          </a:p>
        </p:txBody>
      </p:sp>
      <p:sp>
        <p:nvSpPr>
          <p:cNvPr id="16" name="rec-full-fields-PEDIDOS-0">
            <a:extLst>
              <a:ext uri="{FF2B5EF4-FFF2-40B4-BE49-F238E27FC236}">
                <a16:creationId xmlns:a16="http://schemas.microsoft.com/office/drawing/2014/main" id="{9B2AF5CF-3F2F-40BA-A113-A8822305DC8A}"/>
              </a:ext>
            </a:extLst>
          </p:cNvPr>
          <p:cNvSpPr>
            <a:spLocks noGrp="1"/>
          </p:cNvSpPr>
          <p:nvPr/>
        </p:nvSpPr>
        <p:spPr>
          <a:xfrm>
            <a:off x="2847975" y="2028825"/>
            <a:ext cx="919163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_id · PK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usuario · FK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productos[]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metodoPago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total</a:t>
            </a:r>
            <a:br/>
            <a:r>
              <a:rPr sz="638" b="0">
                <a:solidFill>
                  <a:srgbClr val="1F2937"/>
                </a:solidFill>
              </a:rPr>
              <a:t>estado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costoEnvio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fecha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createdAt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updatedAt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endParaRPr sz="638" b="0">
              <a:solidFill>
                <a:srgbClr val="1F2937"/>
              </a:solidFill>
            </a:endParaRPr>
          </a:p>
        </p:txBody>
      </p:sp>
      <p:sp>
        <p:nvSpPr>
          <p:cNvPr id="17" name="rec-full-fields-PEDIDOS-1">
            <a:extLst>
              <a:ext uri="{FF2B5EF4-FFF2-40B4-BE49-F238E27FC236}">
                <a16:creationId xmlns:a16="http://schemas.microsoft.com/office/drawing/2014/main" id="{91835D16-E1C7-428B-8E3D-DFB098BD01EE}"/>
              </a:ext>
            </a:extLst>
          </p:cNvPr>
          <p:cNvSpPr>
            <a:spLocks noGrp="1"/>
          </p:cNvSpPr>
          <p:nvPr/>
        </p:nvSpPr>
        <p:spPr>
          <a:xfrm>
            <a:off x="3843338" y="2028825"/>
            <a:ext cx="919163" cy="2209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endParaRPr/>
          </a:p>
        </p:txBody>
      </p:sp>
      <p:sp>
        <p:nvSpPr>
          <p:cNvPr id="19" name="rec-full-PRODUCTOS">
            <a:extLst>
              <a:ext uri="{FF2B5EF4-FFF2-40B4-BE49-F238E27FC236}">
                <a16:creationId xmlns:a16="http://schemas.microsoft.com/office/drawing/2014/main" id="{FAFE071F-BE51-4F9D-858F-6F33070B81BA}"/>
              </a:ext>
            </a:extLst>
          </p:cNvPr>
          <p:cNvSpPr>
            <a:spLocks noGrp="1"/>
          </p:cNvSpPr>
          <p:nvPr/>
        </p:nvSpPr>
        <p:spPr>
          <a:xfrm>
            <a:off x="781050" y="4381500"/>
            <a:ext cx="3848100" cy="1257300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3335">
            <a:solidFill>
              <a:srgbClr val="12356B"/>
            </a:solidFill>
            <a:prstDash val="solid"/>
          </a:ln>
        </p:spPr>
      </p:sp>
      <p:sp>
        <p:nvSpPr>
          <p:cNvPr id="20" name="rec-full-head-PRODUCTOS">
            <a:extLst>
              <a:ext uri="{FF2B5EF4-FFF2-40B4-BE49-F238E27FC236}">
                <a16:creationId xmlns:a16="http://schemas.microsoft.com/office/drawing/2014/main" id="{AC673261-113F-411E-A610-EC1D77237BFE}"/>
              </a:ext>
            </a:extLst>
          </p:cNvPr>
          <p:cNvSpPr>
            <a:spLocks noGrp="1"/>
          </p:cNvSpPr>
          <p:nvPr/>
        </p:nvSpPr>
        <p:spPr>
          <a:xfrm>
            <a:off x="781050" y="4381500"/>
            <a:ext cx="3848100" cy="285750"/>
          </a:xfrm>
          <a:prstGeom prst="roundRect">
            <a:avLst>
              <a:gd name="adj" fmla="val 6667"/>
            </a:avLst>
          </a:prstGeom>
          <a:solidFill>
            <a:srgbClr val="12356B"/>
          </a:solidFill>
          <a:ln w="9525">
            <a:solidFill>
              <a:srgbClr val="12356B"/>
            </a:solidFill>
            <a:prstDash val="solid"/>
          </a:ln>
        </p:spPr>
      </p:sp>
      <p:sp>
        <p:nvSpPr>
          <p:cNvPr id="21" name="rec-full-title-PRODUCTOS">
            <a:extLst>
              <a:ext uri="{FF2B5EF4-FFF2-40B4-BE49-F238E27FC236}">
                <a16:creationId xmlns:a16="http://schemas.microsoft.com/office/drawing/2014/main" id="{457B654E-8A26-4D38-BDC8-9B1E91113154}"/>
              </a:ext>
            </a:extLst>
          </p:cNvPr>
          <p:cNvSpPr>
            <a:spLocks noGrp="1"/>
          </p:cNvSpPr>
          <p:nvPr/>
        </p:nvSpPr>
        <p:spPr>
          <a:xfrm>
            <a:off x="828675" y="4419600"/>
            <a:ext cx="3752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PRODUCTOS</a:t>
            </a:r>
          </a:p>
        </p:txBody>
      </p:sp>
      <p:sp>
        <p:nvSpPr>
          <p:cNvPr id="22" name="rec-full-fields-PRODUCTOS-0">
            <a:extLst>
              <a:ext uri="{FF2B5EF4-FFF2-40B4-BE49-F238E27FC236}">
                <a16:creationId xmlns:a16="http://schemas.microsoft.com/office/drawing/2014/main" id="{15C7BF2B-7AEA-4497-A9F3-BB24DF781C6D}"/>
              </a:ext>
            </a:extLst>
          </p:cNvPr>
          <p:cNvSpPr>
            <a:spLocks noGrp="1"/>
          </p:cNvSpPr>
          <p:nvPr/>
        </p:nvSpPr>
        <p:spPr>
          <a:xfrm>
            <a:off x="857250" y="4714875"/>
            <a:ext cx="17716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_id · PK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nombre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descripcion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precioNormal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skuNormal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precioMayoreo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skuMayoreo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precioCaja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skuCaja</a:t>
            </a:r>
          </a:p>
        </p:txBody>
      </p:sp>
      <p:sp>
        <p:nvSpPr>
          <p:cNvPr id="23" name="rec-full-fields-PRODUCTOS-1">
            <a:extLst>
              <a:ext uri="{FF2B5EF4-FFF2-40B4-BE49-F238E27FC236}">
                <a16:creationId xmlns:a16="http://schemas.microsoft.com/office/drawing/2014/main" id="{7F5BD41D-2C20-4E39-89C0-5FFEE74A3A4F}"/>
              </a:ext>
            </a:extLst>
          </p:cNvPr>
          <p:cNvSpPr>
            <a:spLocks noGrp="1"/>
          </p:cNvSpPr>
          <p:nvPr/>
        </p:nvSpPr>
        <p:spPr>
          <a:xfrm>
            <a:off x="2705100" y="4714875"/>
            <a:ext cx="17716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stock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marca · FK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familia · FK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activo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imagenUrl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createdAt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updatedAt</a:t>
            </a:r>
          </a:p>
          <a:p>
            <a:pPr algn="l">
              <a:buNone/>
              <a:defRPr sz="638" b="0">
                <a:solidFill>
                  <a:srgbClr val="1F2937"/>
                </a:solidFill>
              </a:defRPr>
            </a:pPr>
            <a:r>
              <a:rPr sz="638" b="0">
                <a:solidFill>
                  <a:srgbClr val="1F2937"/>
                </a:solidFill>
              </a:rPr>
              <a:t>__v</a:t>
            </a:r>
          </a:p>
        </p:txBody>
      </p:sp>
      <p:sp>
        <p:nvSpPr>
          <p:cNvPr id="24" name="rec-full-divider-PRODUCTOS-1">
            <a:extLst>
              <a:ext uri="{FF2B5EF4-FFF2-40B4-BE49-F238E27FC236}">
                <a16:creationId xmlns:a16="http://schemas.microsoft.com/office/drawing/2014/main" id="{3B404D40-0396-4504-860C-82A3706F8C61}"/>
              </a:ext>
            </a:extLst>
          </p:cNvPr>
          <p:cNvSpPr>
            <a:spLocks noGrp="1"/>
          </p:cNvSpPr>
          <p:nvPr/>
        </p:nvSpPr>
        <p:spPr>
          <a:xfrm>
            <a:off x="2667000" y="4705350"/>
            <a:ext cx="9525" cy="885825"/>
          </a:xfrm>
          <a:prstGeom prst="rect">
            <a:avLst/>
          </a:prstGeom>
          <a:solidFill>
            <a:srgbClr val="AEB8C7"/>
          </a:solidFill>
          <a:ln w="0">
            <a:solidFill>
              <a:srgbClr val="AEB8C7"/>
            </a:solidFill>
            <a:prstDash val="solid"/>
          </a:ln>
        </p:spPr>
      </p:sp>
      <p:sp>
        <p:nvSpPr>
          <p:cNvPr id="25" name="rec-keys-legend">
            <a:extLst>
              <a:ext uri="{FF2B5EF4-FFF2-40B4-BE49-F238E27FC236}">
                <a16:creationId xmlns:a16="http://schemas.microsoft.com/office/drawing/2014/main" id="{8A4BEE7F-9B57-48DD-9C9F-D6EDC242ED6D}"/>
              </a:ext>
            </a:extLst>
          </p:cNvPr>
          <p:cNvSpPr>
            <a:spLocks noGrp="1"/>
          </p:cNvSpPr>
          <p:nvPr/>
        </p:nvSpPr>
        <p:spPr>
          <a:xfrm>
            <a:off x="781050" y="5695950"/>
            <a:ext cx="3848100" cy="171450"/>
          </a:xfrm>
          <a:prstGeom prst="roundRect">
            <a:avLst>
              <a:gd name="adj" fmla="val 11111"/>
            </a:avLst>
          </a:prstGeom>
          <a:solidFill>
            <a:srgbClr val="F2F6FC"/>
          </a:solidFill>
          <a:ln w="9525">
            <a:solidFill>
              <a:srgbClr val="7FA0D8"/>
            </a:solidFill>
            <a:prstDash val="solid"/>
          </a:ln>
        </p:spPr>
      </p:sp>
      <p:sp>
        <p:nvSpPr>
          <p:cNvPr id="26" name="rec-keys-legend-text">
            <a:extLst>
              <a:ext uri="{FF2B5EF4-FFF2-40B4-BE49-F238E27FC236}">
                <a16:creationId xmlns:a16="http://schemas.microsoft.com/office/drawing/2014/main" id="{EFE1F3EA-18C4-448D-A47E-49A9C58ABBF1}"/>
              </a:ext>
            </a:extLst>
          </p:cNvPr>
          <p:cNvSpPr>
            <a:spLocks noGrp="1"/>
          </p:cNvSpPr>
          <p:nvPr/>
        </p:nvSpPr>
        <p:spPr>
          <a:xfrm>
            <a:off x="838200" y="5715000"/>
            <a:ext cx="37338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1">
                <a:solidFill>
                  <a:srgbClr val="12356B"/>
                </a:solidFill>
              </a:defRPr>
            </a:pPr>
            <a:r>
              <a:rPr sz="750" b="1">
                <a:solidFill>
                  <a:srgbClr val="12356B"/>
                </a:solidFill>
              </a:rPr>
              <a:t>PK: _id   ·   FK: ObjectId   ·   [ ]: arreglo   ·   ↳: campo anidado</a:t>
            </a:r>
          </a:p>
        </p:txBody>
      </p:sp>
      <p:sp>
        <p:nvSpPr>
          <p:cNvPr id="27" name="rec-flow-arrow">
            <a:extLst>
              <a:ext uri="{FF2B5EF4-FFF2-40B4-BE49-F238E27FC236}">
                <a16:creationId xmlns:a16="http://schemas.microsoft.com/office/drawing/2014/main" id="{6C35A65F-2F06-4348-8D49-A93F31D2F018}"/>
              </a:ext>
            </a:extLst>
          </p:cNvPr>
          <p:cNvSpPr>
            <a:spLocks noGrp="1"/>
          </p:cNvSpPr>
          <p:nvPr/>
        </p:nvSpPr>
        <p:spPr>
          <a:xfrm>
            <a:off x="5219700" y="2857500"/>
            <a:ext cx="800100" cy="552450"/>
          </a:xfrm>
          <a:prstGeom prst="rightArrow">
            <a:avLst/>
          </a:prstGeom>
          <a:solidFill>
            <a:srgbClr val="2F62C7"/>
          </a:solidFill>
          <a:ln w="9525">
            <a:solidFill>
              <a:srgbClr val="2F62C7"/>
            </a:solidFill>
            <a:prstDash val="solid"/>
          </a:ln>
        </p:spPr>
      </p:sp>
      <p:sp>
        <p:nvSpPr>
          <p:cNvPr id="28" name="rec-flow-caption">
            <a:extLst>
              <a:ext uri="{FF2B5EF4-FFF2-40B4-BE49-F238E27FC236}">
                <a16:creationId xmlns:a16="http://schemas.microsoft.com/office/drawing/2014/main" id="{D95074A5-2029-4604-9CC9-9037D1EBA4AE}"/>
              </a:ext>
            </a:extLst>
          </p:cNvPr>
          <p:cNvSpPr>
            <a:spLocks noGrp="1"/>
          </p:cNvSpPr>
          <p:nvPr/>
        </p:nvSpPr>
        <p:spPr>
          <a:xfrm>
            <a:off x="5124450" y="3524250"/>
            <a:ext cx="1000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12356B"/>
                </a:solidFill>
              </a:defRPr>
            </a:pPr>
            <a:r>
              <a:rPr sz="1125" b="1">
                <a:solidFill>
                  <a:srgbClr val="12356B"/>
                </a:solidFill>
              </a:rPr>
              <a:t>Extracción, unión</a:t>
            </a:r>
          </a:p>
          <a:p>
            <a:pPr algn="ctr">
              <a:buNone/>
              <a:defRPr sz="1125" b="1">
                <a:solidFill>
                  <a:srgbClr val="12356B"/>
                </a:solidFill>
              </a:defRPr>
            </a:pPr>
            <a:r>
              <a:rPr sz="1125" b="1">
                <a:solidFill>
                  <a:srgbClr val="12356B"/>
                </a:solidFill>
              </a:rPr>
              <a:t>y codificación</a:t>
            </a:r>
          </a:p>
        </p:txBody>
      </p:sp>
      <p:sp>
        <p:nvSpPr>
          <p:cNvPr id="29" name="rec-dataset-panel">
            <a:extLst>
              <a:ext uri="{FF2B5EF4-FFF2-40B4-BE49-F238E27FC236}">
                <a16:creationId xmlns:a16="http://schemas.microsoft.com/office/drawing/2014/main" id="{E2AB7EEC-0259-4024-886B-8543A0F92A6D}"/>
              </a:ext>
            </a:extLst>
          </p:cNvPr>
          <p:cNvSpPr>
            <a:spLocks noGrp="1"/>
          </p:cNvSpPr>
          <p:nvPr/>
        </p:nvSpPr>
        <p:spPr>
          <a:xfrm>
            <a:off x="6191250" y="1066800"/>
            <a:ext cx="5667375" cy="485775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9050">
            <a:solidFill>
              <a:srgbClr val="27643A"/>
            </a:solidFill>
            <a:prstDash val="solid"/>
          </a:ln>
        </p:spPr>
      </p:sp>
      <p:sp>
        <p:nvSpPr>
          <p:cNvPr id="30" name="rec-dataset-banner">
            <a:extLst>
              <a:ext uri="{FF2B5EF4-FFF2-40B4-BE49-F238E27FC236}">
                <a16:creationId xmlns:a16="http://schemas.microsoft.com/office/drawing/2014/main" id="{734764AA-8177-4ECF-8CC2-AF0ACD2E08C8}"/>
              </a:ext>
            </a:extLst>
          </p:cNvPr>
          <p:cNvSpPr>
            <a:spLocks noGrp="1"/>
          </p:cNvSpPr>
          <p:nvPr/>
        </p:nvSpPr>
        <p:spPr>
          <a:xfrm>
            <a:off x="7715250" y="1181100"/>
            <a:ext cx="2619375" cy="400050"/>
          </a:xfrm>
          <a:prstGeom prst="roundRect">
            <a:avLst>
              <a:gd name="adj" fmla="val 14286"/>
            </a:avLst>
          </a:prstGeom>
          <a:solidFill>
            <a:srgbClr val="EAF5EC"/>
          </a:solidFill>
          <a:ln w="0">
            <a:solidFill>
              <a:srgbClr val="EAF5EC"/>
            </a:solidFill>
            <a:prstDash val="solid"/>
          </a:ln>
        </p:spPr>
      </p:sp>
      <p:sp>
        <p:nvSpPr>
          <p:cNvPr id="31" name="rec-dataset-banner-text">
            <a:extLst>
              <a:ext uri="{FF2B5EF4-FFF2-40B4-BE49-F238E27FC236}">
                <a16:creationId xmlns:a16="http://schemas.microsoft.com/office/drawing/2014/main" id="{83C14C30-5C60-41FE-9DC4-F3C1F701308B}"/>
              </a:ext>
            </a:extLst>
          </p:cNvPr>
          <p:cNvSpPr>
            <a:spLocks noGrp="1"/>
          </p:cNvSpPr>
          <p:nvPr/>
        </p:nvSpPr>
        <p:spPr>
          <a:xfrm>
            <a:off x="7810500" y="1266825"/>
            <a:ext cx="2428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27643A"/>
                </a:solidFill>
              </a:defRPr>
            </a:pPr>
            <a:r>
              <a:rPr sz="1425" b="1">
                <a:solidFill>
                  <a:srgbClr val="27643A"/>
                </a:solidFill>
              </a:rPr>
              <a:t>▦  DATASET DE INTERACCIONES</a:t>
            </a:r>
          </a:p>
        </p:txBody>
      </p:sp>
      <p:sp>
        <p:nvSpPr>
          <p:cNvPr id="32" name="rec-x-label">
            <a:extLst>
              <a:ext uri="{FF2B5EF4-FFF2-40B4-BE49-F238E27FC236}">
                <a16:creationId xmlns:a16="http://schemas.microsoft.com/office/drawing/2014/main" id="{051D684C-965B-4A83-8CDA-BF41F3F4614E}"/>
              </a:ext>
            </a:extLst>
          </p:cNvPr>
          <p:cNvSpPr>
            <a:spLocks noGrp="1"/>
          </p:cNvSpPr>
          <p:nvPr/>
        </p:nvSpPr>
        <p:spPr>
          <a:xfrm>
            <a:off x="6477000" y="1695450"/>
            <a:ext cx="38576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27643A"/>
                </a:solidFill>
              </a:defRPr>
            </a:pPr>
            <a:r>
              <a:rPr sz="1200" b="1">
                <a:solidFill>
                  <a:srgbClr val="27643A"/>
                </a:solidFill>
              </a:rPr>
              <a:t>Datos utilizados para comparar productos</a:t>
            </a:r>
          </a:p>
        </p:txBody>
      </p:sp>
      <p:sp>
        <p:nvSpPr>
          <p:cNvPr id="33" name="rec-table-header-0">
            <a:extLst>
              <a:ext uri="{FF2B5EF4-FFF2-40B4-BE49-F238E27FC236}">
                <a16:creationId xmlns:a16="http://schemas.microsoft.com/office/drawing/2014/main" id="{84091FF6-CC17-4151-99D6-43B477F1B40D}"/>
              </a:ext>
            </a:extLst>
          </p:cNvPr>
          <p:cNvSpPr>
            <a:spLocks noGrp="1"/>
          </p:cNvSpPr>
          <p:nvPr/>
        </p:nvSpPr>
        <p:spPr>
          <a:xfrm>
            <a:off x="6477000" y="2038350"/>
            <a:ext cx="742950" cy="361950"/>
          </a:xfrm>
          <a:prstGeom prst="rect">
            <a:avLst/>
          </a:prstGeom>
          <a:solidFill>
            <a:srgbClr val="EAF5EC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34" name="rec-table-header-text-0">
            <a:extLst>
              <a:ext uri="{FF2B5EF4-FFF2-40B4-BE49-F238E27FC236}">
                <a16:creationId xmlns:a16="http://schemas.microsoft.com/office/drawing/2014/main" id="{55E145B6-C1A3-4BBD-B65D-96571325A1E1}"/>
              </a:ext>
            </a:extLst>
          </p:cNvPr>
          <p:cNvSpPr>
            <a:spLocks noGrp="1"/>
          </p:cNvSpPr>
          <p:nvPr/>
        </p:nvSpPr>
        <p:spPr>
          <a:xfrm>
            <a:off x="6515100" y="20955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pedido</a:t>
            </a:r>
          </a:p>
        </p:txBody>
      </p:sp>
      <p:sp>
        <p:nvSpPr>
          <p:cNvPr id="35" name="rec-table-header-1">
            <a:extLst>
              <a:ext uri="{FF2B5EF4-FFF2-40B4-BE49-F238E27FC236}">
                <a16:creationId xmlns:a16="http://schemas.microsoft.com/office/drawing/2014/main" id="{C2180131-45F3-4939-B70C-01D8B0528BBD}"/>
              </a:ext>
            </a:extLst>
          </p:cNvPr>
          <p:cNvSpPr>
            <a:spLocks noGrp="1"/>
          </p:cNvSpPr>
          <p:nvPr/>
        </p:nvSpPr>
        <p:spPr>
          <a:xfrm>
            <a:off x="7219950" y="2038350"/>
            <a:ext cx="762000" cy="361950"/>
          </a:xfrm>
          <a:prstGeom prst="rect">
            <a:avLst/>
          </a:prstGeom>
          <a:solidFill>
            <a:srgbClr val="EAF5EC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36" name="rec-table-header-text-1">
            <a:extLst>
              <a:ext uri="{FF2B5EF4-FFF2-40B4-BE49-F238E27FC236}">
                <a16:creationId xmlns:a16="http://schemas.microsoft.com/office/drawing/2014/main" id="{E0D6B734-561F-46F4-980E-24B234BDD346}"/>
              </a:ext>
            </a:extLst>
          </p:cNvPr>
          <p:cNvSpPr>
            <a:spLocks noGrp="1"/>
          </p:cNvSpPr>
          <p:nvPr/>
        </p:nvSpPr>
        <p:spPr>
          <a:xfrm>
            <a:off x="7258050" y="2095500"/>
            <a:ext cx="685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usuario</a:t>
            </a:r>
          </a:p>
        </p:txBody>
      </p:sp>
      <p:sp>
        <p:nvSpPr>
          <p:cNvPr id="37" name="rec-table-header-2">
            <a:extLst>
              <a:ext uri="{FF2B5EF4-FFF2-40B4-BE49-F238E27FC236}">
                <a16:creationId xmlns:a16="http://schemas.microsoft.com/office/drawing/2014/main" id="{ED46F54C-C959-4B04-B489-2F5C720A13CC}"/>
              </a:ext>
            </a:extLst>
          </p:cNvPr>
          <p:cNvSpPr>
            <a:spLocks noGrp="1"/>
          </p:cNvSpPr>
          <p:nvPr/>
        </p:nvSpPr>
        <p:spPr>
          <a:xfrm>
            <a:off x="7981950" y="2038350"/>
            <a:ext cx="819150" cy="361950"/>
          </a:xfrm>
          <a:prstGeom prst="rect">
            <a:avLst/>
          </a:prstGeom>
          <a:solidFill>
            <a:srgbClr val="EAF5EC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38" name="rec-table-header-text-2">
            <a:extLst>
              <a:ext uri="{FF2B5EF4-FFF2-40B4-BE49-F238E27FC236}">
                <a16:creationId xmlns:a16="http://schemas.microsoft.com/office/drawing/2014/main" id="{304CA602-0038-4AAD-A645-98ED893406C6}"/>
              </a:ext>
            </a:extLst>
          </p:cNvPr>
          <p:cNvSpPr>
            <a:spLocks noGrp="1"/>
          </p:cNvSpPr>
          <p:nvPr/>
        </p:nvSpPr>
        <p:spPr>
          <a:xfrm>
            <a:off x="8020050" y="2095500"/>
            <a:ext cx="7429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producto</a:t>
            </a:r>
          </a:p>
        </p:txBody>
      </p:sp>
      <p:sp>
        <p:nvSpPr>
          <p:cNvPr id="39" name="rec-table-header-3">
            <a:extLst>
              <a:ext uri="{FF2B5EF4-FFF2-40B4-BE49-F238E27FC236}">
                <a16:creationId xmlns:a16="http://schemas.microsoft.com/office/drawing/2014/main" id="{A8037061-F93B-46B4-A62D-B4E5BB2162AC}"/>
              </a:ext>
            </a:extLst>
          </p:cNvPr>
          <p:cNvSpPr>
            <a:spLocks noGrp="1"/>
          </p:cNvSpPr>
          <p:nvPr/>
        </p:nvSpPr>
        <p:spPr>
          <a:xfrm>
            <a:off x="8801100" y="2038350"/>
            <a:ext cx="723900" cy="361950"/>
          </a:xfrm>
          <a:prstGeom prst="rect">
            <a:avLst/>
          </a:prstGeom>
          <a:solidFill>
            <a:srgbClr val="EAF5EC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40" name="rec-table-header-text-3">
            <a:extLst>
              <a:ext uri="{FF2B5EF4-FFF2-40B4-BE49-F238E27FC236}">
                <a16:creationId xmlns:a16="http://schemas.microsoft.com/office/drawing/2014/main" id="{1194E9D9-09D7-498E-A210-F0F45E471DE8}"/>
              </a:ext>
            </a:extLst>
          </p:cNvPr>
          <p:cNvSpPr>
            <a:spLocks noGrp="1"/>
          </p:cNvSpPr>
          <p:nvPr/>
        </p:nvSpPr>
        <p:spPr>
          <a:xfrm>
            <a:off x="8839200" y="2095500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cant.</a:t>
            </a:r>
          </a:p>
        </p:txBody>
      </p:sp>
      <p:sp>
        <p:nvSpPr>
          <p:cNvPr id="41" name="rec-table-header-4">
            <a:extLst>
              <a:ext uri="{FF2B5EF4-FFF2-40B4-BE49-F238E27FC236}">
                <a16:creationId xmlns:a16="http://schemas.microsoft.com/office/drawing/2014/main" id="{8ED6BD64-6451-4303-ADB3-C5FF6456B41F}"/>
              </a:ext>
            </a:extLst>
          </p:cNvPr>
          <p:cNvSpPr>
            <a:spLocks noGrp="1"/>
          </p:cNvSpPr>
          <p:nvPr/>
        </p:nvSpPr>
        <p:spPr>
          <a:xfrm>
            <a:off x="9525000" y="2038350"/>
            <a:ext cx="781050" cy="361950"/>
          </a:xfrm>
          <a:prstGeom prst="rect">
            <a:avLst/>
          </a:prstGeom>
          <a:solidFill>
            <a:srgbClr val="EAF5EC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42" name="rec-table-header-text-4">
            <a:extLst>
              <a:ext uri="{FF2B5EF4-FFF2-40B4-BE49-F238E27FC236}">
                <a16:creationId xmlns:a16="http://schemas.microsoft.com/office/drawing/2014/main" id="{76A6F605-507D-4E15-A6A9-A2741A13705F}"/>
              </a:ext>
            </a:extLst>
          </p:cNvPr>
          <p:cNvSpPr>
            <a:spLocks noGrp="1"/>
          </p:cNvSpPr>
          <p:nvPr/>
        </p:nvSpPr>
        <p:spPr>
          <a:xfrm>
            <a:off x="9563100" y="2095500"/>
            <a:ext cx="704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fecha</a:t>
            </a:r>
          </a:p>
        </p:txBody>
      </p:sp>
      <p:sp>
        <p:nvSpPr>
          <p:cNvPr id="43" name="rec-table-header-5">
            <a:extLst>
              <a:ext uri="{FF2B5EF4-FFF2-40B4-BE49-F238E27FC236}">
                <a16:creationId xmlns:a16="http://schemas.microsoft.com/office/drawing/2014/main" id="{847E2748-A9E5-4F38-9FE1-E91DCDB1717A}"/>
              </a:ext>
            </a:extLst>
          </p:cNvPr>
          <p:cNvSpPr>
            <a:spLocks noGrp="1"/>
          </p:cNvSpPr>
          <p:nvPr/>
        </p:nvSpPr>
        <p:spPr>
          <a:xfrm>
            <a:off x="10306050" y="2038350"/>
            <a:ext cx="1152525" cy="361950"/>
          </a:xfrm>
          <a:prstGeom prst="rect">
            <a:avLst/>
          </a:prstGeom>
          <a:solidFill>
            <a:srgbClr val="EAF5EC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44" name="rec-table-header-text-5">
            <a:extLst>
              <a:ext uri="{FF2B5EF4-FFF2-40B4-BE49-F238E27FC236}">
                <a16:creationId xmlns:a16="http://schemas.microsoft.com/office/drawing/2014/main" id="{89ABDD72-0EBF-43A6-8CAE-F8C98DEDE1BA}"/>
              </a:ext>
            </a:extLst>
          </p:cNvPr>
          <p:cNvSpPr>
            <a:spLocks noGrp="1"/>
          </p:cNvSpPr>
          <p:nvPr/>
        </p:nvSpPr>
        <p:spPr>
          <a:xfrm>
            <a:off x="10344150" y="2095500"/>
            <a:ext cx="10763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1">
                <a:solidFill>
                  <a:srgbClr val="27643A"/>
                </a:solidFill>
              </a:defRPr>
            </a:pPr>
            <a:r>
              <a:rPr sz="1125" b="1">
                <a:solidFill>
                  <a:srgbClr val="27643A"/>
                </a:solidFill>
              </a:rPr>
              <a:t>estado</a:t>
            </a:r>
          </a:p>
        </p:txBody>
      </p:sp>
      <p:sp>
        <p:nvSpPr>
          <p:cNvPr id="45" name="rec-table-cell-0-0">
            <a:extLst>
              <a:ext uri="{FF2B5EF4-FFF2-40B4-BE49-F238E27FC236}">
                <a16:creationId xmlns:a16="http://schemas.microsoft.com/office/drawing/2014/main" id="{37A71465-77A9-4AEE-A7FD-A30A5BCE8020}"/>
              </a:ext>
            </a:extLst>
          </p:cNvPr>
          <p:cNvSpPr>
            <a:spLocks noGrp="1"/>
          </p:cNvSpPr>
          <p:nvPr/>
        </p:nvSpPr>
        <p:spPr>
          <a:xfrm>
            <a:off x="6477000" y="2400300"/>
            <a:ext cx="7429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46" name="rec-table-cell-text-0-0">
            <a:extLst>
              <a:ext uri="{FF2B5EF4-FFF2-40B4-BE49-F238E27FC236}">
                <a16:creationId xmlns:a16="http://schemas.microsoft.com/office/drawing/2014/main" id="{F80AADA1-5993-4A62-8FBC-EFB470168D1A}"/>
              </a:ext>
            </a:extLst>
          </p:cNvPr>
          <p:cNvSpPr>
            <a:spLocks noGrp="1"/>
          </p:cNvSpPr>
          <p:nvPr/>
        </p:nvSpPr>
        <p:spPr>
          <a:xfrm>
            <a:off x="6505575" y="2466975"/>
            <a:ext cx="6858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PED01</a:t>
            </a:r>
          </a:p>
        </p:txBody>
      </p:sp>
      <p:sp>
        <p:nvSpPr>
          <p:cNvPr id="47" name="rec-table-cell-0-1">
            <a:extLst>
              <a:ext uri="{FF2B5EF4-FFF2-40B4-BE49-F238E27FC236}">
                <a16:creationId xmlns:a16="http://schemas.microsoft.com/office/drawing/2014/main" id="{DDFB3670-FE31-4F36-8DDE-54BFEAAA82AD}"/>
              </a:ext>
            </a:extLst>
          </p:cNvPr>
          <p:cNvSpPr>
            <a:spLocks noGrp="1"/>
          </p:cNvSpPr>
          <p:nvPr/>
        </p:nvSpPr>
        <p:spPr>
          <a:xfrm>
            <a:off x="7219950" y="2400300"/>
            <a:ext cx="7620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48" name="rec-table-cell-text-0-1">
            <a:extLst>
              <a:ext uri="{FF2B5EF4-FFF2-40B4-BE49-F238E27FC236}">
                <a16:creationId xmlns:a16="http://schemas.microsoft.com/office/drawing/2014/main" id="{B5CB0A7C-592B-4F0E-8AF1-4E496C33D6CD}"/>
              </a:ext>
            </a:extLst>
          </p:cNvPr>
          <p:cNvSpPr>
            <a:spLocks noGrp="1"/>
          </p:cNvSpPr>
          <p:nvPr/>
        </p:nvSpPr>
        <p:spPr>
          <a:xfrm>
            <a:off x="7248525" y="2466975"/>
            <a:ext cx="704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U001</a:t>
            </a:r>
          </a:p>
        </p:txBody>
      </p:sp>
      <p:sp>
        <p:nvSpPr>
          <p:cNvPr id="49" name="rec-table-cell-0-2">
            <a:extLst>
              <a:ext uri="{FF2B5EF4-FFF2-40B4-BE49-F238E27FC236}">
                <a16:creationId xmlns:a16="http://schemas.microsoft.com/office/drawing/2014/main" id="{9267E526-DC84-4D9C-A521-8DFBB9416854}"/>
              </a:ext>
            </a:extLst>
          </p:cNvPr>
          <p:cNvSpPr>
            <a:spLocks noGrp="1"/>
          </p:cNvSpPr>
          <p:nvPr/>
        </p:nvSpPr>
        <p:spPr>
          <a:xfrm>
            <a:off x="7981950" y="2400300"/>
            <a:ext cx="8191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50" name="rec-table-cell-text-0-2">
            <a:extLst>
              <a:ext uri="{FF2B5EF4-FFF2-40B4-BE49-F238E27FC236}">
                <a16:creationId xmlns:a16="http://schemas.microsoft.com/office/drawing/2014/main" id="{7BE051F7-7FEF-4896-A22F-A0BDBE229241}"/>
              </a:ext>
            </a:extLst>
          </p:cNvPr>
          <p:cNvSpPr>
            <a:spLocks noGrp="1"/>
          </p:cNvSpPr>
          <p:nvPr/>
        </p:nvSpPr>
        <p:spPr>
          <a:xfrm>
            <a:off x="8010525" y="2466975"/>
            <a:ext cx="762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P001</a:t>
            </a:r>
          </a:p>
        </p:txBody>
      </p:sp>
      <p:sp>
        <p:nvSpPr>
          <p:cNvPr id="51" name="rec-table-cell-0-3">
            <a:extLst>
              <a:ext uri="{FF2B5EF4-FFF2-40B4-BE49-F238E27FC236}">
                <a16:creationId xmlns:a16="http://schemas.microsoft.com/office/drawing/2014/main" id="{213B670C-505E-4E84-803B-B4B40B0B5AF2}"/>
              </a:ext>
            </a:extLst>
          </p:cNvPr>
          <p:cNvSpPr>
            <a:spLocks noGrp="1"/>
          </p:cNvSpPr>
          <p:nvPr/>
        </p:nvSpPr>
        <p:spPr>
          <a:xfrm>
            <a:off x="8801100" y="2400300"/>
            <a:ext cx="7239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52" name="rec-table-cell-text-0-3">
            <a:extLst>
              <a:ext uri="{FF2B5EF4-FFF2-40B4-BE49-F238E27FC236}">
                <a16:creationId xmlns:a16="http://schemas.microsoft.com/office/drawing/2014/main" id="{E9353007-9B21-472A-9106-DCA170FEDD63}"/>
              </a:ext>
            </a:extLst>
          </p:cNvPr>
          <p:cNvSpPr>
            <a:spLocks noGrp="1"/>
          </p:cNvSpPr>
          <p:nvPr/>
        </p:nvSpPr>
        <p:spPr>
          <a:xfrm>
            <a:off x="8829675" y="2466975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53" name="rec-table-cell-0-4">
            <a:extLst>
              <a:ext uri="{FF2B5EF4-FFF2-40B4-BE49-F238E27FC236}">
                <a16:creationId xmlns:a16="http://schemas.microsoft.com/office/drawing/2014/main" id="{CE986CEF-8C11-4E84-8ADD-6776BE6B0F32}"/>
              </a:ext>
            </a:extLst>
          </p:cNvPr>
          <p:cNvSpPr>
            <a:spLocks noGrp="1"/>
          </p:cNvSpPr>
          <p:nvPr/>
        </p:nvSpPr>
        <p:spPr>
          <a:xfrm>
            <a:off x="9525000" y="2400300"/>
            <a:ext cx="7810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54" name="rec-table-cell-text-0-4">
            <a:extLst>
              <a:ext uri="{FF2B5EF4-FFF2-40B4-BE49-F238E27FC236}">
                <a16:creationId xmlns:a16="http://schemas.microsoft.com/office/drawing/2014/main" id="{421F8BE1-59C0-4AA7-BCF3-C35F7BD186EB}"/>
              </a:ext>
            </a:extLst>
          </p:cNvPr>
          <p:cNvSpPr>
            <a:spLocks noGrp="1"/>
          </p:cNvSpPr>
          <p:nvPr/>
        </p:nvSpPr>
        <p:spPr>
          <a:xfrm>
            <a:off x="9553575" y="2466975"/>
            <a:ext cx="723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12/06</a:t>
            </a:r>
          </a:p>
        </p:txBody>
      </p:sp>
      <p:sp>
        <p:nvSpPr>
          <p:cNvPr id="55" name="rec-table-cell-0-5">
            <a:extLst>
              <a:ext uri="{FF2B5EF4-FFF2-40B4-BE49-F238E27FC236}">
                <a16:creationId xmlns:a16="http://schemas.microsoft.com/office/drawing/2014/main" id="{426C3C14-7BC4-42D2-B03B-707565F55E84}"/>
              </a:ext>
            </a:extLst>
          </p:cNvPr>
          <p:cNvSpPr>
            <a:spLocks noGrp="1"/>
          </p:cNvSpPr>
          <p:nvPr/>
        </p:nvSpPr>
        <p:spPr>
          <a:xfrm>
            <a:off x="10306050" y="2400300"/>
            <a:ext cx="1152525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56" name="rec-table-cell-text-0-5">
            <a:extLst>
              <a:ext uri="{FF2B5EF4-FFF2-40B4-BE49-F238E27FC236}">
                <a16:creationId xmlns:a16="http://schemas.microsoft.com/office/drawing/2014/main" id="{EC4D147E-5F05-4B39-AD90-C00FDF477900}"/>
              </a:ext>
            </a:extLst>
          </p:cNvPr>
          <p:cNvSpPr>
            <a:spLocks noGrp="1"/>
          </p:cNvSpPr>
          <p:nvPr/>
        </p:nvSpPr>
        <p:spPr>
          <a:xfrm>
            <a:off x="10334625" y="2466975"/>
            <a:ext cx="1095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Entregado</a:t>
            </a:r>
          </a:p>
        </p:txBody>
      </p:sp>
      <p:sp>
        <p:nvSpPr>
          <p:cNvPr id="57" name="rec-table-cell-1-0">
            <a:extLst>
              <a:ext uri="{FF2B5EF4-FFF2-40B4-BE49-F238E27FC236}">
                <a16:creationId xmlns:a16="http://schemas.microsoft.com/office/drawing/2014/main" id="{8202C97F-67B4-4E9D-A4CE-E2ACE5C345EC}"/>
              </a:ext>
            </a:extLst>
          </p:cNvPr>
          <p:cNvSpPr>
            <a:spLocks noGrp="1"/>
          </p:cNvSpPr>
          <p:nvPr/>
        </p:nvSpPr>
        <p:spPr>
          <a:xfrm>
            <a:off x="6477000" y="2762250"/>
            <a:ext cx="742950" cy="361950"/>
          </a:xfrm>
          <a:prstGeom prst="rect">
            <a:avLst/>
          </a:prstGeom>
          <a:solidFill>
            <a:srgbClr val="F7FAF7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58" name="rec-table-cell-text-1-0">
            <a:extLst>
              <a:ext uri="{FF2B5EF4-FFF2-40B4-BE49-F238E27FC236}">
                <a16:creationId xmlns:a16="http://schemas.microsoft.com/office/drawing/2014/main" id="{508A9AEF-3A6F-4A06-8072-E5F8192BFA77}"/>
              </a:ext>
            </a:extLst>
          </p:cNvPr>
          <p:cNvSpPr>
            <a:spLocks noGrp="1"/>
          </p:cNvSpPr>
          <p:nvPr/>
        </p:nvSpPr>
        <p:spPr>
          <a:xfrm>
            <a:off x="6505575" y="2828925"/>
            <a:ext cx="6858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PED01</a:t>
            </a:r>
          </a:p>
        </p:txBody>
      </p:sp>
      <p:sp>
        <p:nvSpPr>
          <p:cNvPr id="59" name="rec-table-cell-1-1">
            <a:extLst>
              <a:ext uri="{FF2B5EF4-FFF2-40B4-BE49-F238E27FC236}">
                <a16:creationId xmlns:a16="http://schemas.microsoft.com/office/drawing/2014/main" id="{275905D5-09D0-4C0D-A21C-8CFC770B5094}"/>
              </a:ext>
            </a:extLst>
          </p:cNvPr>
          <p:cNvSpPr>
            <a:spLocks noGrp="1"/>
          </p:cNvSpPr>
          <p:nvPr/>
        </p:nvSpPr>
        <p:spPr>
          <a:xfrm>
            <a:off x="7219950" y="2762250"/>
            <a:ext cx="762000" cy="361950"/>
          </a:xfrm>
          <a:prstGeom prst="rect">
            <a:avLst/>
          </a:prstGeom>
          <a:solidFill>
            <a:srgbClr val="F7FAF7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60" name="rec-table-cell-text-1-1">
            <a:extLst>
              <a:ext uri="{FF2B5EF4-FFF2-40B4-BE49-F238E27FC236}">
                <a16:creationId xmlns:a16="http://schemas.microsoft.com/office/drawing/2014/main" id="{80669EFC-6311-4941-9D51-1CE2CDBCD565}"/>
              </a:ext>
            </a:extLst>
          </p:cNvPr>
          <p:cNvSpPr>
            <a:spLocks noGrp="1"/>
          </p:cNvSpPr>
          <p:nvPr/>
        </p:nvSpPr>
        <p:spPr>
          <a:xfrm>
            <a:off x="7248525" y="2828925"/>
            <a:ext cx="704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U001</a:t>
            </a:r>
          </a:p>
        </p:txBody>
      </p:sp>
      <p:sp>
        <p:nvSpPr>
          <p:cNvPr id="61" name="rec-table-cell-1-2">
            <a:extLst>
              <a:ext uri="{FF2B5EF4-FFF2-40B4-BE49-F238E27FC236}">
                <a16:creationId xmlns:a16="http://schemas.microsoft.com/office/drawing/2014/main" id="{FCE7760B-9452-4FAD-9920-38C590697D46}"/>
              </a:ext>
            </a:extLst>
          </p:cNvPr>
          <p:cNvSpPr>
            <a:spLocks noGrp="1"/>
          </p:cNvSpPr>
          <p:nvPr/>
        </p:nvSpPr>
        <p:spPr>
          <a:xfrm>
            <a:off x="7981950" y="2762250"/>
            <a:ext cx="819150" cy="361950"/>
          </a:xfrm>
          <a:prstGeom prst="rect">
            <a:avLst/>
          </a:prstGeom>
          <a:solidFill>
            <a:srgbClr val="F7FAF7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62" name="rec-table-cell-text-1-2">
            <a:extLst>
              <a:ext uri="{FF2B5EF4-FFF2-40B4-BE49-F238E27FC236}">
                <a16:creationId xmlns:a16="http://schemas.microsoft.com/office/drawing/2014/main" id="{8BB0CCDA-72D2-46D8-AC1F-3AF41F68309E}"/>
              </a:ext>
            </a:extLst>
          </p:cNvPr>
          <p:cNvSpPr>
            <a:spLocks noGrp="1"/>
          </p:cNvSpPr>
          <p:nvPr/>
        </p:nvSpPr>
        <p:spPr>
          <a:xfrm>
            <a:off x="8010525" y="2828925"/>
            <a:ext cx="762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P004</a:t>
            </a:r>
          </a:p>
        </p:txBody>
      </p:sp>
      <p:sp>
        <p:nvSpPr>
          <p:cNvPr id="63" name="rec-table-cell-1-3">
            <a:extLst>
              <a:ext uri="{FF2B5EF4-FFF2-40B4-BE49-F238E27FC236}">
                <a16:creationId xmlns:a16="http://schemas.microsoft.com/office/drawing/2014/main" id="{03006081-C1D2-45F5-A372-2C8D6E99F375}"/>
              </a:ext>
            </a:extLst>
          </p:cNvPr>
          <p:cNvSpPr>
            <a:spLocks noGrp="1"/>
          </p:cNvSpPr>
          <p:nvPr/>
        </p:nvSpPr>
        <p:spPr>
          <a:xfrm>
            <a:off x="8801100" y="2762250"/>
            <a:ext cx="723900" cy="361950"/>
          </a:xfrm>
          <a:prstGeom prst="rect">
            <a:avLst/>
          </a:prstGeom>
          <a:solidFill>
            <a:srgbClr val="F7FAF7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64" name="rec-table-cell-text-1-3">
            <a:extLst>
              <a:ext uri="{FF2B5EF4-FFF2-40B4-BE49-F238E27FC236}">
                <a16:creationId xmlns:a16="http://schemas.microsoft.com/office/drawing/2014/main" id="{19B83E48-7F08-4F5A-9740-F8B459A30D7A}"/>
              </a:ext>
            </a:extLst>
          </p:cNvPr>
          <p:cNvSpPr>
            <a:spLocks noGrp="1"/>
          </p:cNvSpPr>
          <p:nvPr/>
        </p:nvSpPr>
        <p:spPr>
          <a:xfrm>
            <a:off x="8829675" y="2828925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65" name="rec-table-cell-1-4">
            <a:extLst>
              <a:ext uri="{FF2B5EF4-FFF2-40B4-BE49-F238E27FC236}">
                <a16:creationId xmlns:a16="http://schemas.microsoft.com/office/drawing/2014/main" id="{86ABB5B5-A135-45C8-82E0-D320668EB759}"/>
              </a:ext>
            </a:extLst>
          </p:cNvPr>
          <p:cNvSpPr>
            <a:spLocks noGrp="1"/>
          </p:cNvSpPr>
          <p:nvPr/>
        </p:nvSpPr>
        <p:spPr>
          <a:xfrm>
            <a:off x="9525000" y="2762250"/>
            <a:ext cx="781050" cy="361950"/>
          </a:xfrm>
          <a:prstGeom prst="rect">
            <a:avLst/>
          </a:prstGeom>
          <a:solidFill>
            <a:srgbClr val="F7FAF7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66" name="rec-table-cell-text-1-4">
            <a:extLst>
              <a:ext uri="{FF2B5EF4-FFF2-40B4-BE49-F238E27FC236}">
                <a16:creationId xmlns:a16="http://schemas.microsoft.com/office/drawing/2014/main" id="{B2696187-2719-41C8-98D7-D0FB26DD1C3C}"/>
              </a:ext>
            </a:extLst>
          </p:cNvPr>
          <p:cNvSpPr>
            <a:spLocks noGrp="1"/>
          </p:cNvSpPr>
          <p:nvPr/>
        </p:nvSpPr>
        <p:spPr>
          <a:xfrm>
            <a:off x="9553575" y="2828925"/>
            <a:ext cx="723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12/06</a:t>
            </a:r>
          </a:p>
        </p:txBody>
      </p:sp>
      <p:sp>
        <p:nvSpPr>
          <p:cNvPr id="67" name="rec-table-cell-1-5">
            <a:extLst>
              <a:ext uri="{FF2B5EF4-FFF2-40B4-BE49-F238E27FC236}">
                <a16:creationId xmlns:a16="http://schemas.microsoft.com/office/drawing/2014/main" id="{59F8911D-6D4A-416A-AF8D-01DD660D2BBE}"/>
              </a:ext>
            </a:extLst>
          </p:cNvPr>
          <p:cNvSpPr>
            <a:spLocks noGrp="1"/>
          </p:cNvSpPr>
          <p:nvPr/>
        </p:nvSpPr>
        <p:spPr>
          <a:xfrm>
            <a:off x="10306050" y="2762250"/>
            <a:ext cx="1152525" cy="361950"/>
          </a:xfrm>
          <a:prstGeom prst="rect">
            <a:avLst/>
          </a:prstGeom>
          <a:solidFill>
            <a:srgbClr val="F7FAF7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68" name="rec-table-cell-text-1-5">
            <a:extLst>
              <a:ext uri="{FF2B5EF4-FFF2-40B4-BE49-F238E27FC236}">
                <a16:creationId xmlns:a16="http://schemas.microsoft.com/office/drawing/2014/main" id="{9661FE2D-2EDE-4F71-BDB8-13EC3139D25A}"/>
              </a:ext>
            </a:extLst>
          </p:cNvPr>
          <p:cNvSpPr>
            <a:spLocks noGrp="1"/>
          </p:cNvSpPr>
          <p:nvPr/>
        </p:nvSpPr>
        <p:spPr>
          <a:xfrm>
            <a:off x="10334625" y="2828925"/>
            <a:ext cx="1095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Entregado</a:t>
            </a:r>
          </a:p>
        </p:txBody>
      </p:sp>
      <p:sp>
        <p:nvSpPr>
          <p:cNvPr id="69" name="rec-table-cell-2-0">
            <a:extLst>
              <a:ext uri="{FF2B5EF4-FFF2-40B4-BE49-F238E27FC236}">
                <a16:creationId xmlns:a16="http://schemas.microsoft.com/office/drawing/2014/main" id="{4B4E60F1-6E53-4C7B-8C6E-64F9396135E0}"/>
              </a:ext>
            </a:extLst>
          </p:cNvPr>
          <p:cNvSpPr>
            <a:spLocks noGrp="1"/>
          </p:cNvSpPr>
          <p:nvPr/>
        </p:nvSpPr>
        <p:spPr>
          <a:xfrm>
            <a:off x="6477000" y="3124200"/>
            <a:ext cx="7429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70" name="rec-table-cell-text-2-0">
            <a:extLst>
              <a:ext uri="{FF2B5EF4-FFF2-40B4-BE49-F238E27FC236}">
                <a16:creationId xmlns:a16="http://schemas.microsoft.com/office/drawing/2014/main" id="{F6129E3A-7B5D-4055-A75B-F9680A03FAEB}"/>
              </a:ext>
            </a:extLst>
          </p:cNvPr>
          <p:cNvSpPr>
            <a:spLocks noGrp="1"/>
          </p:cNvSpPr>
          <p:nvPr/>
        </p:nvSpPr>
        <p:spPr>
          <a:xfrm>
            <a:off x="6505575" y="3190875"/>
            <a:ext cx="6858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PED02</a:t>
            </a:r>
          </a:p>
        </p:txBody>
      </p:sp>
      <p:sp>
        <p:nvSpPr>
          <p:cNvPr id="71" name="rec-table-cell-2-1">
            <a:extLst>
              <a:ext uri="{FF2B5EF4-FFF2-40B4-BE49-F238E27FC236}">
                <a16:creationId xmlns:a16="http://schemas.microsoft.com/office/drawing/2014/main" id="{369291F2-433B-4EB6-8EC6-A4FFDA16D23F}"/>
              </a:ext>
            </a:extLst>
          </p:cNvPr>
          <p:cNvSpPr>
            <a:spLocks noGrp="1"/>
          </p:cNvSpPr>
          <p:nvPr/>
        </p:nvSpPr>
        <p:spPr>
          <a:xfrm>
            <a:off x="7219950" y="3124200"/>
            <a:ext cx="7620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72" name="rec-table-cell-text-2-1">
            <a:extLst>
              <a:ext uri="{FF2B5EF4-FFF2-40B4-BE49-F238E27FC236}">
                <a16:creationId xmlns:a16="http://schemas.microsoft.com/office/drawing/2014/main" id="{3C95DE86-2EBF-4CF6-A971-961483FAA5D3}"/>
              </a:ext>
            </a:extLst>
          </p:cNvPr>
          <p:cNvSpPr>
            <a:spLocks noGrp="1"/>
          </p:cNvSpPr>
          <p:nvPr/>
        </p:nvSpPr>
        <p:spPr>
          <a:xfrm>
            <a:off x="7248525" y="3190875"/>
            <a:ext cx="7048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U002</a:t>
            </a:r>
          </a:p>
        </p:txBody>
      </p:sp>
      <p:sp>
        <p:nvSpPr>
          <p:cNvPr id="73" name="rec-table-cell-2-2">
            <a:extLst>
              <a:ext uri="{FF2B5EF4-FFF2-40B4-BE49-F238E27FC236}">
                <a16:creationId xmlns:a16="http://schemas.microsoft.com/office/drawing/2014/main" id="{7F6142C1-A816-4432-B699-189864F21C29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8191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74" name="rec-table-cell-text-2-2">
            <a:extLst>
              <a:ext uri="{FF2B5EF4-FFF2-40B4-BE49-F238E27FC236}">
                <a16:creationId xmlns:a16="http://schemas.microsoft.com/office/drawing/2014/main" id="{60DDBD48-DC45-48BB-BA40-4F83EF5F8C31}"/>
              </a:ext>
            </a:extLst>
          </p:cNvPr>
          <p:cNvSpPr>
            <a:spLocks noGrp="1"/>
          </p:cNvSpPr>
          <p:nvPr/>
        </p:nvSpPr>
        <p:spPr>
          <a:xfrm>
            <a:off x="8010525" y="3190875"/>
            <a:ext cx="762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P001</a:t>
            </a:r>
          </a:p>
        </p:txBody>
      </p:sp>
      <p:sp>
        <p:nvSpPr>
          <p:cNvPr id="75" name="rec-table-cell-2-3">
            <a:extLst>
              <a:ext uri="{FF2B5EF4-FFF2-40B4-BE49-F238E27FC236}">
                <a16:creationId xmlns:a16="http://schemas.microsoft.com/office/drawing/2014/main" id="{1CDEC9A9-9365-4E9C-91F7-D65B062D2473}"/>
              </a:ext>
            </a:extLst>
          </p:cNvPr>
          <p:cNvSpPr>
            <a:spLocks noGrp="1"/>
          </p:cNvSpPr>
          <p:nvPr/>
        </p:nvSpPr>
        <p:spPr>
          <a:xfrm>
            <a:off x="8801100" y="3124200"/>
            <a:ext cx="7239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76" name="rec-table-cell-text-2-3">
            <a:extLst>
              <a:ext uri="{FF2B5EF4-FFF2-40B4-BE49-F238E27FC236}">
                <a16:creationId xmlns:a16="http://schemas.microsoft.com/office/drawing/2014/main" id="{2A1DD6BA-47BD-4E6F-ACBC-BAE0CF0A0A4B}"/>
              </a:ext>
            </a:extLst>
          </p:cNvPr>
          <p:cNvSpPr>
            <a:spLocks noGrp="1"/>
          </p:cNvSpPr>
          <p:nvPr/>
        </p:nvSpPr>
        <p:spPr>
          <a:xfrm>
            <a:off x="8829675" y="3190875"/>
            <a:ext cx="66675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77" name="rec-table-cell-2-4">
            <a:extLst>
              <a:ext uri="{FF2B5EF4-FFF2-40B4-BE49-F238E27FC236}">
                <a16:creationId xmlns:a16="http://schemas.microsoft.com/office/drawing/2014/main" id="{251E2E33-1104-48E3-9FBB-B85642AF14E1}"/>
              </a:ext>
            </a:extLst>
          </p:cNvPr>
          <p:cNvSpPr>
            <a:spLocks noGrp="1"/>
          </p:cNvSpPr>
          <p:nvPr/>
        </p:nvSpPr>
        <p:spPr>
          <a:xfrm>
            <a:off x="9525000" y="3124200"/>
            <a:ext cx="78105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78" name="rec-table-cell-text-2-4">
            <a:extLst>
              <a:ext uri="{FF2B5EF4-FFF2-40B4-BE49-F238E27FC236}">
                <a16:creationId xmlns:a16="http://schemas.microsoft.com/office/drawing/2014/main" id="{4C5C9763-8548-4528-93EC-8DCC562247D0}"/>
              </a:ext>
            </a:extLst>
          </p:cNvPr>
          <p:cNvSpPr>
            <a:spLocks noGrp="1"/>
          </p:cNvSpPr>
          <p:nvPr/>
        </p:nvSpPr>
        <p:spPr>
          <a:xfrm>
            <a:off x="9553575" y="3190875"/>
            <a:ext cx="7239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13/06</a:t>
            </a:r>
          </a:p>
        </p:txBody>
      </p:sp>
      <p:sp>
        <p:nvSpPr>
          <p:cNvPr id="79" name="rec-table-cell-2-5">
            <a:extLst>
              <a:ext uri="{FF2B5EF4-FFF2-40B4-BE49-F238E27FC236}">
                <a16:creationId xmlns:a16="http://schemas.microsoft.com/office/drawing/2014/main" id="{6F19139C-E8B8-468A-9F11-1D1593E98178}"/>
              </a:ext>
            </a:extLst>
          </p:cNvPr>
          <p:cNvSpPr>
            <a:spLocks noGrp="1"/>
          </p:cNvSpPr>
          <p:nvPr/>
        </p:nvSpPr>
        <p:spPr>
          <a:xfrm>
            <a:off x="10306050" y="3124200"/>
            <a:ext cx="1152525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AEB8C7"/>
            </a:solidFill>
            <a:prstDash val="solid"/>
          </a:ln>
        </p:spPr>
      </p:sp>
      <p:sp>
        <p:nvSpPr>
          <p:cNvPr id="80" name="rec-table-cell-text-2-5">
            <a:extLst>
              <a:ext uri="{FF2B5EF4-FFF2-40B4-BE49-F238E27FC236}">
                <a16:creationId xmlns:a16="http://schemas.microsoft.com/office/drawing/2014/main" id="{9D88BFFD-AB3C-4EA6-A800-1E7ACF6774CD}"/>
              </a:ext>
            </a:extLst>
          </p:cNvPr>
          <p:cNvSpPr>
            <a:spLocks noGrp="1"/>
          </p:cNvSpPr>
          <p:nvPr/>
        </p:nvSpPr>
        <p:spPr>
          <a:xfrm>
            <a:off x="10334625" y="3190875"/>
            <a:ext cx="1095375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0">
                <a:solidFill>
                  <a:srgbClr val="1F2937"/>
                </a:solidFill>
              </a:defRPr>
            </a:pPr>
            <a:r>
              <a:rPr sz="1050" b="0">
                <a:solidFill>
                  <a:srgbClr val="1F2937"/>
                </a:solidFill>
              </a:rPr>
              <a:t>Entregado</a:t>
            </a:r>
          </a:p>
        </p:txBody>
      </p:sp>
      <p:sp>
        <p:nvSpPr>
          <p:cNvPr id="81" name="rec-analysis-callout">
            <a:extLst>
              <a:ext uri="{FF2B5EF4-FFF2-40B4-BE49-F238E27FC236}">
                <a16:creationId xmlns:a16="http://schemas.microsoft.com/office/drawing/2014/main" id="{9CA7EFE6-4061-45C2-8B14-DCF4F3C6372E}"/>
              </a:ext>
            </a:extLst>
          </p:cNvPr>
          <p:cNvSpPr>
            <a:spLocks noGrp="1"/>
          </p:cNvSpPr>
          <p:nvPr/>
        </p:nvSpPr>
        <p:spPr>
          <a:xfrm>
            <a:off x="6534150" y="4552950"/>
            <a:ext cx="4981575" cy="1066800"/>
          </a:xfrm>
          <a:prstGeom prst="roundRect">
            <a:avLst>
              <a:gd name="adj" fmla="val 5357"/>
            </a:avLst>
          </a:prstGeom>
          <a:solidFill>
            <a:srgbClr val="FFF8E7"/>
          </a:solidFill>
          <a:ln w="14288">
            <a:solidFill>
              <a:srgbClr val="E8B341"/>
            </a:solidFill>
            <a:prstDash val="solid"/>
          </a:ln>
        </p:spPr>
      </p:sp>
      <p:sp>
        <p:nvSpPr>
          <p:cNvPr id="82" name="rec-analysis-icon">
            <a:extLst>
              <a:ext uri="{FF2B5EF4-FFF2-40B4-BE49-F238E27FC236}">
                <a16:creationId xmlns:a16="http://schemas.microsoft.com/office/drawing/2014/main" id="{E9053469-30D6-4DDF-AAF5-9C6A3D66141D}"/>
              </a:ext>
            </a:extLst>
          </p:cNvPr>
          <p:cNvSpPr>
            <a:spLocks noGrp="1"/>
          </p:cNvSpPr>
          <p:nvPr/>
        </p:nvSpPr>
        <p:spPr>
          <a:xfrm>
            <a:off x="6705600" y="4695825"/>
            <a:ext cx="5238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3000" b="1">
                <a:solidFill>
                  <a:srgbClr val="12356B"/>
                </a:solidFill>
              </a:defRPr>
            </a:pPr>
            <a:r>
              <a:rPr sz="3000" b="1">
                <a:solidFill>
                  <a:srgbClr val="12356B"/>
                </a:solidFill>
              </a:rPr>
              <a:t>◎</a:t>
            </a:r>
          </a:p>
        </p:txBody>
      </p:sp>
      <p:sp>
        <p:nvSpPr>
          <p:cNvPr id="83" name="rec-analysis-title">
            <a:extLst>
              <a:ext uri="{FF2B5EF4-FFF2-40B4-BE49-F238E27FC236}">
                <a16:creationId xmlns:a16="http://schemas.microsoft.com/office/drawing/2014/main" id="{36E3AA10-1B85-45E5-B8B7-34F490D7EA95}"/>
              </a:ext>
            </a:extLst>
          </p:cNvPr>
          <p:cNvSpPr>
            <a:spLocks noGrp="1"/>
          </p:cNvSpPr>
          <p:nvPr/>
        </p:nvSpPr>
        <p:spPr>
          <a:xfrm>
            <a:off x="7334250" y="4686300"/>
            <a:ext cx="3905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12356B"/>
                </a:solidFill>
              </a:defRPr>
            </a:pPr>
            <a:r>
              <a:rPr sz="1350" b="1">
                <a:solidFill>
                  <a:srgbClr val="12356B"/>
                </a:solidFill>
              </a:rPr>
              <a:t>¿Qué se va a analizar?</a:t>
            </a:r>
          </a:p>
        </p:txBody>
      </p:sp>
      <p:sp>
        <p:nvSpPr>
          <p:cNvPr id="84" name="rec-analysis-body">
            <a:extLst>
              <a:ext uri="{FF2B5EF4-FFF2-40B4-BE49-F238E27FC236}">
                <a16:creationId xmlns:a16="http://schemas.microsoft.com/office/drawing/2014/main" id="{9F493CA4-E9C7-4871-92AE-8F90725FD063}"/>
              </a:ext>
            </a:extLst>
          </p:cNvPr>
          <p:cNvSpPr>
            <a:spLocks noGrp="1"/>
          </p:cNvSpPr>
          <p:nvPr/>
        </p:nvSpPr>
        <p:spPr>
          <a:xfrm>
            <a:off x="7334250" y="5000625"/>
            <a:ext cx="3905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1F2937"/>
                </a:solidFill>
              </a:defRPr>
            </a:pPr>
            <a:r>
              <a:rPr sz="1200" b="0">
                <a:solidFill>
                  <a:srgbClr val="1F2937"/>
                </a:solidFill>
              </a:rPr>
              <a:t>Qué productos son similares porque fueron comprados por los mismos usuarios; salida: Top-N ítems.</a:t>
            </a:r>
          </a:p>
        </p:txBody>
      </p:sp>
    </p:spTree>
    <p:extLst>
      <p:ext uri="{BB962C8B-B14F-4D97-AF65-F5344CB8AC3E}">
        <p14:creationId xmlns:p14="http://schemas.microsoft.com/office/powerpoint/2010/main" val="749319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ui-cls-kicker">
            <a:extLst>
              <a:ext uri="{FF2B5EF4-FFF2-40B4-BE49-F238E27FC236}">
                <a16:creationId xmlns:a16="http://schemas.microsoft.com/office/drawing/2014/main" id="{96425357-1674-469A-AAF7-D4BB1ACBDE57}"/>
              </a:ext>
            </a:extLst>
          </p:cNvPr>
          <p:cNvSpPr>
            <a:spLocks noGrp="1"/>
          </p:cNvSpPr>
          <p:nvPr/>
        </p:nvSpPr>
        <p:spPr>
          <a:xfrm>
            <a:off x="476250" y="1714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F62C7"/>
                </a:solidFill>
              </a:defRPr>
            </a:pPr>
            <a:r>
              <a:rPr sz="1125" b="1">
                <a:solidFill>
                  <a:srgbClr val="2F62C7"/>
                </a:solidFill>
              </a:rPr>
              <a:t>IMPLEMENTACIÓN VISUAL · CLASIFICACIÓN</a:t>
            </a:r>
          </a:p>
        </p:txBody>
      </p:sp>
      <p:sp>
        <p:nvSpPr>
          <p:cNvPr id="2" name="ui-cls-title">
            <a:extLst>
              <a:ext uri="{FF2B5EF4-FFF2-40B4-BE49-F238E27FC236}">
                <a16:creationId xmlns:a16="http://schemas.microsoft.com/office/drawing/2014/main" id="{9E7FBCC3-43AE-4761-8494-F997845E1BE7}"/>
              </a:ext>
            </a:extLst>
          </p:cNvPr>
          <p:cNvSpPr>
            <a:spLocks noGrp="1"/>
          </p:cNvSpPr>
          <p:nvPr/>
        </p:nvSpPr>
        <p:spPr>
          <a:xfrm>
            <a:off x="476250" y="457200"/>
            <a:ext cx="1123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2356B"/>
                </a:solidFill>
              </a:defRPr>
            </a:pPr>
            <a:r>
              <a:rPr sz="2550" b="1">
                <a:solidFill>
                  <a:srgbClr val="12356B"/>
                </a:solidFill>
              </a:rPr>
              <a:t>El riesgo aparece dentro de Gestión de Pedidos</a:t>
            </a:r>
          </a:p>
        </p:txBody>
      </p:sp>
      <p:sp>
        <p:nvSpPr>
          <p:cNvPr id="3" name="ui-cls-subtitle">
            <a:extLst>
              <a:ext uri="{FF2B5EF4-FFF2-40B4-BE49-F238E27FC236}">
                <a16:creationId xmlns:a16="http://schemas.microsoft.com/office/drawing/2014/main" id="{52FB482D-2B66-450A-9C66-599023C22921}"/>
              </a:ext>
            </a:extLst>
          </p:cNvPr>
          <p:cNvSpPr>
            <a:spLocks noGrp="1"/>
          </p:cNvSpPr>
          <p:nvPr/>
        </p:nvSpPr>
        <p:spPr>
          <a:xfrm>
            <a:off x="476250" y="914400"/>
            <a:ext cx="1123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La tabla muestra solo pedidos pendientes para priorizar los casos con mayor probabilidad de cancelación.</a:t>
            </a:r>
          </a:p>
        </p:txBody>
      </p:sp>
      <p:sp>
        <p:nvSpPr>
          <p:cNvPr id="4" name="ui-cls-page">
            <a:extLst>
              <a:ext uri="{FF2B5EF4-FFF2-40B4-BE49-F238E27FC236}">
                <a16:creationId xmlns:a16="http://schemas.microsoft.com/office/drawing/2014/main" id="{DEDD1CBA-E38E-4C36-B2B8-24759B9A8A41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4</a:t>
            </a:r>
          </a:p>
        </p:txBody>
      </p:sp>
      <p:sp>
        <p:nvSpPr>
          <p:cNvPr id="5" name="ui-cls-browser">
            <a:extLst>
              <a:ext uri="{FF2B5EF4-FFF2-40B4-BE49-F238E27FC236}">
                <a16:creationId xmlns:a16="http://schemas.microsoft.com/office/drawing/2014/main" id="{31C3029C-A287-4106-A6D1-ED35AC078983}"/>
              </a:ext>
            </a:extLst>
          </p:cNvPr>
          <p:cNvSpPr>
            <a:spLocks noGrp="1"/>
          </p:cNvSpPr>
          <p:nvPr/>
        </p:nvSpPr>
        <p:spPr>
          <a:xfrm>
            <a:off x="476250" y="1333500"/>
            <a:ext cx="11239500" cy="4762500"/>
          </a:xfrm>
          <a:prstGeom prst="roundRect">
            <a:avLst>
              <a:gd name="adj" fmla="val 1600"/>
            </a:avLst>
          </a:prstGeom>
          <a:solidFill>
            <a:srgbClr val="FAF8F5"/>
          </a:solidFill>
          <a:ln w="14288">
            <a:solidFill>
              <a:srgbClr val="C9CED6"/>
            </a:solidFill>
            <a:prstDash val="solid"/>
          </a:ln>
        </p:spPr>
      </p:sp>
      <p:sp>
        <p:nvSpPr>
          <p:cNvPr id="6" name="ui-cls-browserbar">
            <a:extLst>
              <a:ext uri="{FF2B5EF4-FFF2-40B4-BE49-F238E27FC236}">
                <a16:creationId xmlns:a16="http://schemas.microsoft.com/office/drawing/2014/main" id="{E27651D3-85CA-414D-AE76-C25CD014D224}"/>
              </a:ext>
            </a:extLst>
          </p:cNvPr>
          <p:cNvSpPr>
            <a:spLocks noGrp="1"/>
          </p:cNvSpPr>
          <p:nvPr/>
        </p:nvSpPr>
        <p:spPr>
          <a:xfrm>
            <a:off x="476250" y="1333500"/>
            <a:ext cx="112395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7" name="ui-cls-dot0">
            <a:extLst>
              <a:ext uri="{FF2B5EF4-FFF2-40B4-BE49-F238E27FC236}">
                <a16:creationId xmlns:a16="http://schemas.microsoft.com/office/drawing/2014/main" id="{38590D7D-BAC7-4A99-A56D-DD9DD274606A}"/>
              </a:ext>
            </a:extLst>
          </p:cNvPr>
          <p:cNvSpPr>
            <a:spLocks noGrp="1"/>
          </p:cNvSpPr>
          <p:nvPr/>
        </p:nvSpPr>
        <p:spPr>
          <a:xfrm>
            <a:off x="628650" y="14573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0">
            <a:solidFill>
              <a:srgbClr val="FF6B6B"/>
            </a:solidFill>
            <a:prstDash val="solid"/>
          </a:ln>
        </p:spPr>
      </p:sp>
      <p:sp>
        <p:nvSpPr>
          <p:cNvPr id="8" name="ui-cls-dot1">
            <a:extLst>
              <a:ext uri="{FF2B5EF4-FFF2-40B4-BE49-F238E27FC236}">
                <a16:creationId xmlns:a16="http://schemas.microsoft.com/office/drawing/2014/main" id="{675DF878-C321-45CF-8EF1-71D46559A907}"/>
              </a:ext>
            </a:extLst>
          </p:cNvPr>
          <p:cNvSpPr>
            <a:spLocks noGrp="1"/>
          </p:cNvSpPr>
          <p:nvPr/>
        </p:nvSpPr>
        <p:spPr>
          <a:xfrm>
            <a:off x="809625" y="14573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0">
            <a:solidFill>
              <a:srgbClr val="FFD166"/>
            </a:solidFill>
            <a:prstDash val="solid"/>
          </a:ln>
        </p:spPr>
      </p:sp>
      <p:sp>
        <p:nvSpPr>
          <p:cNvPr id="9" name="ui-cls-dot2">
            <a:extLst>
              <a:ext uri="{FF2B5EF4-FFF2-40B4-BE49-F238E27FC236}">
                <a16:creationId xmlns:a16="http://schemas.microsoft.com/office/drawing/2014/main" id="{37300CFF-5D62-4E71-8AFE-4F184F569E38}"/>
              </a:ext>
            </a:extLst>
          </p:cNvPr>
          <p:cNvSpPr>
            <a:spLocks noGrp="1"/>
          </p:cNvSpPr>
          <p:nvPr/>
        </p:nvSpPr>
        <p:spPr>
          <a:xfrm>
            <a:off x="990600" y="14573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55C27A"/>
          </a:solidFill>
          <a:ln w="0">
            <a:solidFill>
              <a:srgbClr val="55C27A"/>
            </a:solidFill>
            <a:prstDash val="solid"/>
          </a:ln>
        </p:spPr>
      </p:sp>
      <p:sp>
        <p:nvSpPr>
          <p:cNvPr id="10" name="ui-cls-url">
            <a:extLst>
              <a:ext uri="{FF2B5EF4-FFF2-40B4-BE49-F238E27FC236}">
                <a16:creationId xmlns:a16="http://schemas.microsoft.com/office/drawing/2014/main" id="{D679C189-D9B4-4EF7-A4BC-25B36795798B}"/>
              </a:ext>
            </a:extLst>
          </p:cNvPr>
          <p:cNvSpPr>
            <a:spLocks noGrp="1"/>
          </p:cNvSpPr>
          <p:nvPr/>
        </p:nvSpPr>
        <p:spPr>
          <a:xfrm>
            <a:off x="1695450" y="1409700"/>
            <a:ext cx="8858250" cy="209550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0">
            <a:solidFill>
              <a:srgbClr val="F1F3F6"/>
            </a:solidFill>
            <a:prstDash val="solid"/>
          </a:ln>
        </p:spPr>
      </p:sp>
      <p:sp>
        <p:nvSpPr>
          <p:cNvPr id="11" name="ui-cls-urltext">
            <a:extLst>
              <a:ext uri="{FF2B5EF4-FFF2-40B4-BE49-F238E27FC236}">
                <a16:creationId xmlns:a16="http://schemas.microsoft.com/office/drawing/2014/main" id="{949C9DEC-0990-406D-B1C8-FB930FE6F861}"/>
              </a:ext>
            </a:extLst>
          </p:cNvPr>
          <p:cNvSpPr>
            <a:spLocks noGrp="1"/>
          </p:cNvSpPr>
          <p:nvPr/>
        </p:nvSpPr>
        <p:spPr>
          <a:xfrm>
            <a:off x="1857375" y="1438275"/>
            <a:ext cx="85248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distribuidora-panamericana.com/admin/pedidos/listado</a:t>
            </a:r>
          </a:p>
        </p:txBody>
      </p:sp>
      <p:sp>
        <p:nvSpPr>
          <p:cNvPr id="12" name="ui-cls-adminbar">
            <a:extLst>
              <a:ext uri="{FF2B5EF4-FFF2-40B4-BE49-F238E27FC236}">
                <a16:creationId xmlns:a16="http://schemas.microsoft.com/office/drawing/2014/main" id="{88542239-355C-43DE-911D-FBC6E7450BA9}"/>
              </a:ext>
            </a:extLst>
          </p:cNvPr>
          <p:cNvSpPr>
            <a:spLocks noGrp="1"/>
          </p:cNvSpPr>
          <p:nvPr/>
        </p:nvSpPr>
        <p:spPr>
          <a:xfrm>
            <a:off x="485775" y="1695450"/>
            <a:ext cx="11220450" cy="419100"/>
          </a:xfrm>
          <a:prstGeom prst="rect">
            <a:avLst/>
          </a:prstGeom>
          <a:solidFill>
            <a:srgbClr val="12356B"/>
          </a:solidFill>
          <a:ln w="0">
            <a:solidFill>
              <a:srgbClr val="12356B"/>
            </a:solidFill>
            <a:prstDash val="solid"/>
          </a:ln>
        </p:spPr>
      </p:sp>
      <p:sp>
        <p:nvSpPr>
          <p:cNvPr id="13" name="ui-cls-brand">
            <a:extLst>
              <a:ext uri="{FF2B5EF4-FFF2-40B4-BE49-F238E27FC236}">
                <a16:creationId xmlns:a16="http://schemas.microsoft.com/office/drawing/2014/main" id="{13B7A839-2B7C-44E8-8EA9-5F428CDB838F}"/>
              </a:ext>
            </a:extLst>
          </p:cNvPr>
          <p:cNvSpPr>
            <a:spLocks noGrp="1"/>
          </p:cNvSpPr>
          <p:nvPr/>
        </p:nvSpPr>
        <p:spPr>
          <a:xfrm>
            <a:off x="704850" y="1819275"/>
            <a:ext cx="4857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DISTRIBUIDORA PANAMERICANA  ·  PANEL ADMINISTRATIVO</a:t>
            </a:r>
          </a:p>
        </p:txBody>
      </p:sp>
      <p:sp>
        <p:nvSpPr>
          <p:cNvPr id="14" name="ui-cls-session">
            <a:extLst>
              <a:ext uri="{FF2B5EF4-FFF2-40B4-BE49-F238E27FC236}">
                <a16:creationId xmlns:a16="http://schemas.microsoft.com/office/drawing/2014/main" id="{67F31031-A877-4F6A-9DBC-504D819C4A84}"/>
              </a:ext>
            </a:extLst>
          </p:cNvPr>
          <p:cNvSpPr>
            <a:spLocks noGrp="1"/>
          </p:cNvSpPr>
          <p:nvPr/>
        </p:nvSpPr>
        <p:spPr>
          <a:xfrm>
            <a:off x="9096375" y="1819275"/>
            <a:ext cx="228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Administrador     Cerrar sesión</a:t>
            </a:r>
          </a:p>
        </p:txBody>
      </p:sp>
      <p:sp>
        <p:nvSpPr>
          <p:cNvPr id="15" name="ui-cls-heading">
            <a:extLst>
              <a:ext uri="{FF2B5EF4-FFF2-40B4-BE49-F238E27FC236}">
                <a16:creationId xmlns:a16="http://schemas.microsoft.com/office/drawing/2014/main" id="{E62F24B5-7287-436F-9FD3-56EA0E6A0E29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Gestión de Pedidos</a:t>
            </a:r>
          </a:p>
        </p:txBody>
      </p:sp>
      <p:sp>
        <p:nvSpPr>
          <p:cNvPr id="16" name="ui-cls-crumb">
            <a:extLst>
              <a:ext uri="{FF2B5EF4-FFF2-40B4-BE49-F238E27FC236}">
                <a16:creationId xmlns:a16="http://schemas.microsoft.com/office/drawing/2014/main" id="{BEBBC01B-5CE7-436A-8BE1-2F182FB01170}"/>
              </a:ext>
            </a:extLst>
          </p:cNvPr>
          <p:cNvSpPr>
            <a:spLocks noGrp="1"/>
          </p:cNvSpPr>
          <p:nvPr/>
        </p:nvSpPr>
        <p:spPr>
          <a:xfrm>
            <a:off x="742950" y="2571750"/>
            <a:ext cx="3238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Inicio  /  Pedidos  /  Listado</a:t>
            </a:r>
          </a:p>
        </p:txBody>
      </p:sp>
      <p:sp>
        <p:nvSpPr>
          <p:cNvPr id="17" name="ui-cls-search">
            <a:extLst>
              <a:ext uri="{FF2B5EF4-FFF2-40B4-BE49-F238E27FC236}">
                <a16:creationId xmlns:a16="http://schemas.microsoft.com/office/drawing/2014/main" id="{937433B3-3822-4DF6-AF91-43CAEDADD676}"/>
              </a:ext>
            </a:extLst>
          </p:cNvPr>
          <p:cNvSpPr>
            <a:spLocks noGrp="1"/>
          </p:cNvSpPr>
          <p:nvPr/>
        </p:nvSpPr>
        <p:spPr>
          <a:xfrm>
            <a:off x="7239000" y="2276475"/>
            <a:ext cx="2905125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D5D9DE"/>
            </a:solidFill>
            <a:prstDash val="solid"/>
          </a:ln>
        </p:spPr>
      </p:sp>
      <p:sp>
        <p:nvSpPr>
          <p:cNvPr id="18" name="ui-cls-searcht">
            <a:extLst>
              <a:ext uri="{FF2B5EF4-FFF2-40B4-BE49-F238E27FC236}">
                <a16:creationId xmlns:a16="http://schemas.microsoft.com/office/drawing/2014/main" id="{24D59D67-DF88-4DDD-85CC-4F3EAF170186}"/>
              </a:ext>
            </a:extLst>
          </p:cNvPr>
          <p:cNvSpPr>
            <a:spLocks noGrp="1"/>
          </p:cNvSpPr>
          <p:nvPr/>
        </p:nvSpPr>
        <p:spPr>
          <a:xfrm>
            <a:off x="7400925" y="2352675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>
                <a:solidFill>
                  <a:srgbClr val="8A929E"/>
                </a:solidFill>
              </a:defRPr>
            </a:pPr>
            <a:r>
              <a:rPr sz="825" b="0">
                <a:solidFill>
                  <a:srgbClr val="8A929E"/>
                </a:solidFill>
              </a:rPr>
              <a:t>Buscar por cliente o pedido…</a:t>
            </a:r>
          </a:p>
        </p:txBody>
      </p:sp>
      <p:sp>
        <p:nvSpPr>
          <p:cNvPr id="19" name="ui-cls-filter">
            <a:extLst>
              <a:ext uri="{FF2B5EF4-FFF2-40B4-BE49-F238E27FC236}">
                <a16:creationId xmlns:a16="http://schemas.microsoft.com/office/drawing/2014/main" id="{D89B3AA6-07A4-4D7D-A6A7-20BA90AC7324}"/>
              </a:ext>
            </a:extLst>
          </p:cNvPr>
          <p:cNvSpPr>
            <a:spLocks noGrp="1"/>
          </p:cNvSpPr>
          <p:nvPr/>
        </p:nvSpPr>
        <p:spPr>
          <a:xfrm>
            <a:off x="10248900" y="2276475"/>
            <a:ext cx="1143000" cy="304800"/>
          </a:xfrm>
          <a:prstGeom prst="roundRect">
            <a:avLst>
              <a:gd name="adj" fmla="val 18750"/>
            </a:avLst>
          </a:prstGeom>
          <a:solidFill>
            <a:srgbClr val="D4AF37"/>
          </a:solidFill>
          <a:ln w="0">
            <a:solidFill>
              <a:srgbClr val="D4AF37"/>
            </a:solidFill>
            <a:prstDash val="solid"/>
          </a:ln>
        </p:spPr>
      </p:sp>
      <p:sp>
        <p:nvSpPr>
          <p:cNvPr id="20" name="ui-cls-filtert">
            <a:extLst>
              <a:ext uri="{FF2B5EF4-FFF2-40B4-BE49-F238E27FC236}">
                <a16:creationId xmlns:a16="http://schemas.microsoft.com/office/drawing/2014/main" id="{05ABD540-3AEC-4F3A-9F50-9493BA294D5E}"/>
              </a:ext>
            </a:extLst>
          </p:cNvPr>
          <p:cNvSpPr>
            <a:spLocks noGrp="1"/>
          </p:cNvSpPr>
          <p:nvPr/>
        </p:nvSpPr>
        <p:spPr>
          <a:xfrm>
            <a:off x="10382250" y="2352675"/>
            <a:ext cx="8763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Filtrar</a:t>
            </a:r>
          </a:p>
        </p:txBody>
      </p:sp>
      <p:sp>
        <p:nvSpPr>
          <p:cNvPr id="21" name="ui-cls-th0">
            <a:extLst>
              <a:ext uri="{FF2B5EF4-FFF2-40B4-BE49-F238E27FC236}">
                <a16:creationId xmlns:a16="http://schemas.microsoft.com/office/drawing/2014/main" id="{2B9CDEEE-1F1A-4747-A498-4983FDF2A78A}"/>
              </a:ext>
            </a:extLst>
          </p:cNvPr>
          <p:cNvSpPr>
            <a:spLocks noGrp="1"/>
          </p:cNvSpPr>
          <p:nvPr/>
        </p:nvSpPr>
        <p:spPr>
          <a:xfrm>
            <a:off x="742950" y="2838450"/>
            <a:ext cx="647700" cy="342900"/>
          </a:xfrm>
          <a:prstGeom prst="rect">
            <a:avLst/>
          </a:prstGeom>
          <a:solidFill>
            <a:srgbClr val="F0EEE9"/>
          </a:solidFill>
          <a:ln w="9525">
            <a:solidFill>
              <a:srgbClr val="D8D6D1"/>
            </a:solidFill>
            <a:prstDash val="solid"/>
          </a:ln>
        </p:spPr>
      </p:sp>
      <p:sp>
        <p:nvSpPr>
          <p:cNvPr id="22" name="ui-cls-tht0">
            <a:extLst>
              <a:ext uri="{FF2B5EF4-FFF2-40B4-BE49-F238E27FC236}">
                <a16:creationId xmlns:a16="http://schemas.microsoft.com/office/drawing/2014/main" id="{9C632208-C87E-46B6-A830-094D758F729F}"/>
              </a:ext>
            </a:extLst>
          </p:cNvPr>
          <p:cNvSpPr>
            <a:spLocks noGrp="1"/>
          </p:cNvSpPr>
          <p:nvPr/>
        </p:nvSpPr>
        <p:spPr>
          <a:xfrm>
            <a:off x="781050" y="2943225"/>
            <a:ext cx="5715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ID</a:t>
            </a:r>
          </a:p>
        </p:txBody>
      </p:sp>
      <p:sp>
        <p:nvSpPr>
          <p:cNvPr id="23" name="ui-cls-th1">
            <a:extLst>
              <a:ext uri="{FF2B5EF4-FFF2-40B4-BE49-F238E27FC236}">
                <a16:creationId xmlns:a16="http://schemas.microsoft.com/office/drawing/2014/main" id="{88D6C101-3867-4BF5-93A3-DD9540F39FF0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1666875" cy="342900"/>
          </a:xfrm>
          <a:prstGeom prst="rect">
            <a:avLst/>
          </a:prstGeom>
          <a:solidFill>
            <a:srgbClr val="F0EEE9"/>
          </a:solidFill>
          <a:ln w="9525">
            <a:solidFill>
              <a:srgbClr val="D8D6D1"/>
            </a:solidFill>
            <a:prstDash val="solid"/>
          </a:ln>
        </p:spPr>
      </p:sp>
      <p:sp>
        <p:nvSpPr>
          <p:cNvPr id="24" name="ui-cls-tht1">
            <a:extLst>
              <a:ext uri="{FF2B5EF4-FFF2-40B4-BE49-F238E27FC236}">
                <a16:creationId xmlns:a16="http://schemas.microsoft.com/office/drawing/2014/main" id="{09A455C4-B71F-4047-B475-F3ADC92AC8AC}"/>
              </a:ext>
            </a:extLst>
          </p:cNvPr>
          <p:cNvSpPr>
            <a:spLocks noGrp="1"/>
          </p:cNvSpPr>
          <p:nvPr/>
        </p:nvSpPr>
        <p:spPr>
          <a:xfrm>
            <a:off x="1428750" y="2943225"/>
            <a:ext cx="159067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CLIENTE</a:t>
            </a:r>
          </a:p>
        </p:txBody>
      </p:sp>
      <p:sp>
        <p:nvSpPr>
          <p:cNvPr id="25" name="ui-cls-th2">
            <a:extLst>
              <a:ext uri="{FF2B5EF4-FFF2-40B4-BE49-F238E27FC236}">
                <a16:creationId xmlns:a16="http://schemas.microsoft.com/office/drawing/2014/main" id="{1FEB1965-61E5-440F-8225-51703378F1FC}"/>
              </a:ext>
            </a:extLst>
          </p:cNvPr>
          <p:cNvSpPr>
            <a:spLocks noGrp="1"/>
          </p:cNvSpPr>
          <p:nvPr/>
        </p:nvSpPr>
        <p:spPr>
          <a:xfrm>
            <a:off x="3057525" y="2838450"/>
            <a:ext cx="1000125" cy="342900"/>
          </a:xfrm>
          <a:prstGeom prst="rect">
            <a:avLst/>
          </a:prstGeom>
          <a:solidFill>
            <a:srgbClr val="F0EEE9"/>
          </a:solidFill>
          <a:ln w="9525">
            <a:solidFill>
              <a:srgbClr val="D8D6D1"/>
            </a:solidFill>
            <a:prstDash val="solid"/>
          </a:ln>
        </p:spPr>
      </p:sp>
      <p:sp>
        <p:nvSpPr>
          <p:cNvPr id="26" name="ui-cls-tht2">
            <a:extLst>
              <a:ext uri="{FF2B5EF4-FFF2-40B4-BE49-F238E27FC236}">
                <a16:creationId xmlns:a16="http://schemas.microsoft.com/office/drawing/2014/main" id="{A14D868A-F14A-4D35-BE27-38CD710CC4F3}"/>
              </a:ext>
            </a:extLst>
          </p:cNvPr>
          <p:cNvSpPr>
            <a:spLocks noGrp="1"/>
          </p:cNvSpPr>
          <p:nvPr/>
        </p:nvSpPr>
        <p:spPr>
          <a:xfrm>
            <a:off x="3095625" y="2943225"/>
            <a:ext cx="9239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FECHA</a:t>
            </a:r>
          </a:p>
        </p:txBody>
      </p:sp>
      <p:sp>
        <p:nvSpPr>
          <p:cNvPr id="27" name="ui-cls-th3">
            <a:extLst>
              <a:ext uri="{FF2B5EF4-FFF2-40B4-BE49-F238E27FC236}">
                <a16:creationId xmlns:a16="http://schemas.microsoft.com/office/drawing/2014/main" id="{9B972DBF-8584-44A4-B7F3-ECCE81D2A6EC}"/>
              </a:ext>
            </a:extLst>
          </p:cNvPr>
          <p:cNvSpPr>
            <a:spLocks noGrp="1"/>
          </p:cNvSpPr>
          <p:nvPr/>
        </p:nvSpPr>
        <p:spPr>
          <a:xfrm>
            <a:off x="4057650" y="2838450"/>
            <a:ext cx="857250" cy="342900"/>
          </a:xfrm>
          <a:prstGeom prst="rect">
            <a:avLst/>
          </a:prstGeom>
          <a:solidFill>
            <a:srgbClr val="F0EEE9"/>
          </a:solidFill>
          <a:ln w="9525">
            <a:solidFill>
              <a:srgbClr val="D8D6D1"/>
            </a:solidFill>
            <a:prstDash val="solid"/>
          </a:ln>
        </p:spPr>
      </p:sp>
      <p:sp>
        <p:nvSpPr>
          <p:cNvPr id="28" name="ui-cls-tht3">
            <a:extLst>
              <a:ext uri="{FF2B5EF4-FFF2-40B4-BE49-F238E27FC236}">
                <a16:creationId xmlns:a16="http://schemas.microsoft.com/office/drawing/2014/main" id="{5B2EA524-0A84-4FD7-AB04-4E84836778DC}"/>
              </a:ext>
            </a:extLst>
          </p:cNvPr>
          <p:cNvSpPr>
            <a:spLocks noGrp="1"/>
          </p:cNvSpPr>
          <p:nvPr/>
        </p:nvSpPr>
        <p:spPr>
          <a:xfrm>
            <a:off x="4095750" y="2943225"/>
            <a:ext cx="7810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TOTAL</a:t>
            </a:r>
          </a:p>
        </p:txBody>
      </p:sp>
      <p:sp>
        <p:nvSpPr>
          <p:cNvPr id="29" name="ui-cls-th4">
            <a:extLst>
              <a:ext uri="{FF2B5EF4-FFF2-40B4-BE49-F238E27FC236}">
                <a16:creationId xmlns:a16="http://schemas.microsoft.com/office/drawing/2014/main" id="{790559F6-F77A-482E-9C29-70D8402F2C78}"/>
              </a:ext>
            </a:extLst>
          </p:cNvPr>
          <p:cNvSpPr>
            <a:spLocks noGrp="1"/>
          </p:cNvSpPr>
          <p:nvPr/>
        </p:nvSpPr>
        <p:spPr>
          <a:xfrm>
            <a:off x="4914900" y="2838450"/>
            <a:ext cx="1000125" cy="342900"/>
          </a:xfrm>
          <a:prstGeom prst="rect">
            <a:avLst/>
          </a:prstGeom>
          <a:solidFill>
            <a:srgbClr val="F0EEE9"/>
          </a:solidFill>
          <a:ln w="9525">
            <a:solidFill>
              <a:srgbClr val="D8D6D1"/>
            </a:solidFill>
            <a:prstDash val="solid"/>
          </a:ln>
        </p:spPr>
      </p:sp>
      <p:sp>
        <p:nvSpPr>
          <p:cNvPr id="30" name="ui-cls-tht4">
            <a:extLst>
              <a:ext uri="{FF2B5EF4-FFF2-40B4-BE49-F238E27FC236}">
                <a16:creationId xmlns:a16="http://schemas.microsoft.com/office/drawing/2014/main" id="{80BE94A4-55C6-4523-83B8-B009DA291291}"/>
              </a:ext>
            </a:extLst>
          </p:cNvPr>
          <p:cNvSpPr>
            <a:spLocks noGrp="1"/>
          </p:cNvSpPr>
          <p:nvPr/>
        </p:nvSpPr>
        <p:spPr>
          <a:xfrm>
            <a:off x="4953000" y="2943225"/>
            <a:ext cx="9239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ESTADO</a:t>
            </a:r>
          </a:p>
        </p:txBody>
      </p:sp>
      <p:sp>
        <p:nvSpPr>
          <p:cNvPr id="31" name="ui-cls-th5">
            <a:extLst>
              <a:ext uri="{FF2B5EF4-FFF2-40B4-BE49-F238E27FC236}">
                <a16:creationId xmlns:a16="http://schemas.microsoft.com/office/drawing/2014/main" id="{F71B358C-5609-408B-82AA-44D510E00503}"/>
              </a:ext>
            </a:extLst>
          </p:cNvPr>
          <p:cNvSpPr>
            <a:spLocks noGrp="1"/>
          </p:cNvSpPr>
          <p:nvPr/>
        </p:nvSpPr>
        <p:spPr>
          <a:xfrm>
            <a:off x="5915025" y="2838450"/>
            <a:ext cx="1238250" cy="342900"/>
          </a:xfrm>
          <a:prstGeom prst="rect">
            <a:avLst/>
          </a:prstGeom>
          <a:solidFill>
            <a:srgbClr val="F0EEE9"/>
          </a:solidFill>
          <a:ln w="9525">
            <a:solidFill>
              <a:srgbClr val="D8D6D1"/>
            </a:solidFill>
            <a:prstDash val="solid"/>
          </a:ln>
        </p:spPr>
      </p:sp>
      <p:sp>
        <p:nvSpPr>
          <p:cNvPr id="32" name="ui-cls-tht5">
            <a:extLst>
              <a:ext uri="{FF2B5EF4-FFF2-40B4-BE49-F238E27FC236}">
                <a16:creationId xmlns:a16="http://schemas.microsoft.com/office/drawing/2014/main" id="{4C5DFE66-DBF9-41DF-B79E-0555AA677BDC}"/>
              </a:ext>
            </a:extLst>
          </p:cNvPr>
          <p:cNvSpPr>
            <a:spLocks noGrp="1"/>
          </p:cNvSpPr>
          <p:nvPr/>
        </p:nvSpPr>
        <p:spPr>
          <a:xfrm>
            <a:off x="5953125" y="2943225"/>
            <a:ext cx="11620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RIESGO ML</a:t>
            </a:r>
          </a:p>
        </p:txBody>
      </p:sp>
      <p:sp>
        <p:nvSpPr>
          <p:cNvPr id="33" name="ui-cls-th6">
            <a:extLst>
              <a:ext uri="{FF2B5EF4-FFF2-40B4-BE49-F238E27FC236}">
                <a16:creationId xmlns:a16="http://schemas.microsoft.com/office/drawing/2014/main" id="{1C76CD66-2762-41BC-80C9-E8CBEDFC651B}"/>
              </a:ext>
            </a:extLst>
          </p:cNvPr>
          <p:cNvSpPr>
            <a:spLocks noGrp="1"/>
          </p:cNvSpPr>
          <p:nvPr/>
        </p:nvSpPr>
        <p:spPr>
          <a:xfrm>
            <a:off x="7153275" y="2838450"/>
            <a:ext cx="876300" cy="342900"/>
          </a:xfrm>
          <a:prstGeom prst="rect">
            <a:avLst/>
          </a:prstGeom>
          <a:solidFill>
            <a:srgbClr val="F0EEE9"/>
          </a:solidFill>
          <a:ln w="9525">
            <a:solidFill>
              <a:srgbClr val="D8D6D1"/>
            </a:solidFill>
            <a:prstDash val="solid"/>
          </a:ln>
        </p:spPr>
      </p:sp>
      <p:sp>
        <p:nvSpPr>
          <p:cNvPr id="34" name="ui-cls-tht6">
            <a:extLst>
              <a:ext uri="{FF2B5EF4-FFF2-40B4-BE49-F238E27FC236}">
                <a16:creationId xmlns:a16="http://schemas.microsoft.com/office/drawing/2014/main" id="{AD1FCB72-0258-4467-A522-985E45E2F731}"/>
              </a:ext>
            </a:extLst>
          </p:cNvPr>
          <p:cNvSpPr>
            <a:spLocks noGrp="1"/>
          </p:cNvSpPr>
          <p:nvPr/>
        </p:nvSpPr>
        <p:spPr>
          <a:xfrm>
            <a:off x="7191375" y="2943225"/>
            <a:ext cx="80010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1">
                <a:solidFill>
                  <a:srgbClr val="667085"/>
                </a:solidFill>
              </a:defRPr>
            </a:pPr>
            <a:r>
              <a:rPr sz="750" b="1">
                <a:solidFill>
                  <a:srgbClr val="667085"/>
                </a:solidFill>
              </a:rPr>
              <a:t>ACCIÓN</a:t>
            </a:r>
          </a:p>
        </p:txBody>
      </p:sp>
      <p:sp>
        <p:nvSpPr>
          <p:cNvPr id="35" name="ui-cls-cell0-0">
            <a:extLst>
              <a:ext uri="{FF2B5EF4-FFF2-40B4-BE49-F238E27FC236}">
                <a16:creationId xmlns:a16="http://schemas.microsoft.com/office/drawing/2014/main" id="{520000A0-FBDE-439C-A72A-1E6AF399CEDC}"/>
              </a:ext>
            </a:extLst>
          </p:cNvPr>
          <p:cNvSpPr>
            <a:spLocks noGrp="1"/>
          </p:cNvSpPr>
          <p:nvPr/>
        </p:nvSpPr>
        <p:spPr>
          <a:xfrm>
            <a:off x="742950" y="3181350"/>
            <a:ext cx="6477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ED8"/>
            </a:solidFill>
            <a:prstDash val="solid"/>
          </a:ln>
        </p:spPr>
      </p:sp>
      <p:sp>
        <p:nvSpPr>
          <p:cNvPr id="36" name="ui-cls-cellt0-0">
            <a:extLst>
              <a:ext uri="{FF2B5EF4-FFF2-40B4-BE49-F238E27FC236}">
                <a16:creationId xmlns:a16="http://schemas.microsoft.com/office/drawing/2014/main" id="{315B2B10-A69A-465C-BE53-9E764D2625E3}"/>
              </a:ext>
            </a:extLst>
          </p:cNvPr>
          <p:cNvSpPr>
            <a:spLocks noGrp="1"/>
          </p:cNvSpPr>
          <p:nvPr/>
        </p:nvSpPr>
        <p:spPr>
          <a:xfrm>
            <a:off x="809625" y="33813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252525"/>
                </a:solidFill>
              </a:defRPr>
            </a:pPr>
            <a:r>
              <a:rPr sz="825" b="1">
                <a:solidFill>
                  <a:srgbClr val="252525"/>
                </a:solidFill>
              </a:rPr>
              <a:t>#A104</a:t>
            </a:r>
          </a:p>
        </p:txBody>
      </p:sp>
      <p:sp>
        <p:nvSpPr>
          <p:cNvPr id="37" name="ui-cls-cell0-1">
            <a:extLst>
              <a:ext uri="{FF2B5EF4-FFF2-40B4-BE49-F238E27FC236}">
                <a16:creationId xmlns:a16="http://schemas.microsoft.com/office/drawing/2014/main" id="{5A23E0FF-966E-400E-AD9B-A6415584A407}"/>
              </a:ext>
            </a:extLst>
          </p:cNvPr>
          <p:cNvSpPr>
            <a:spLocks noGrp="1"/>
          </p:cNvSpPr>
          <p:nvPr/>
        </p:nvSpPr>
        <p:spPr>
          <a:xfrm>
            <a:off x="1390650" y="3181350"/>
            <a:ext cx="166687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ED8"/>
            </a:solidFill>
            <a:prstDash val="solid"/>
          </a:ln>
        </p:spPr>
      </p:sp>
      <p:sp>
        <p:nvSpPr>
          <p:cNvPr id="38" name="ui-cls-cellt0-1">
            <a:extLst>
              <a:ext uri="{FF2B5EF4-FFF2-40B4-BE49-F238E27FC236}">
                <a16:creationId xmlns:a16="http://schemas.microsoft.com/office/drawing/2014/main" id="{D981ACA2-890B-415A-8EEE-A59653539FFE}"/>
              </a:ext>
            </a:extLst>
          </p:cNvPr>
          <p:cNvSpPr>
            <a:spLocks noGrp="1"/>
          </p:cNvSpPr>
          <p:nvPr/>
        </p:nvSpPr>
        <p:spPr>
          <a:xfrm>
            <a:off x="1457325" y="3295650"/>
            <a:ext cx="15335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0">
                <a:solidFill>
                  <a:srgbClr val="252525"/>
                </a:solidFill>
              </a:defRPr>
            </a:pPr>
            <a:r>
              <a:rPr sz="750" b="0">
                <a:solidFill>
                  <a:srgbClr val="252525"/>
                </a:solidFill>
              </a:rPr>
              <a:t>María López</a:t>
            </a:r>
          </a:p>
          <a:p>
            <a:pPr algn="ctr">
              <a:buNone/>
              <a:defRPr sz="750" b="0">
                <a:solidFill>
                  <a:srgbClr val="252525"/>
                </a:solidFill>
              </a:defRPr>
            </a:pPr>
            <a:r>
              <a:rPr sz="750" b="0">
                <a:solidFill>
                  <a:srgbClr val="252525"/>
                </a:solidFill>
              </a:rPr>
              <a:t>maria@email.com</a:t>
            </a:r>
          </a:p>
        </p:txBody>
      </p:sp>
      <p:sp>
        <p:nvSpPr>
          <p:cNvPr id="39" name="ui-cls-cell0-2">
            <a:extLst>
              <a:ext uri="{FF2B5EF4-FFF2-40B4-BE49-F238E27FC236}">
                <a16:creationId xmlns:a16="http://schemas.microsoft.com/office/drawing/2014/main" id="{EBB4983F-123A-4FB9-B9AA-5E841AD63E66}"/>
              </a:ext>
            </a:extLst>
          </p:cNvPr>
          <p:cNvSpPr>
            <a:spLocks noGrp="1"/>
          </p:cNvSpPr>
          <p:nvPr/>
        </p:nvSpPr>
        <p:spPr>
          <a:xfrm>
            <a:off x="3057525" y="3181350"/>
            <a:ext cx="10001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ED8"/>
            </a:solidFill>
            <a:prstDash val="solid"/>
          </a:ln>
        </p:spPr>
      </p:sp>
      <p:sp>
        <p:nvSpPr>
          <p:cNvPr id="40" name="ui-cls-cellt0-2">
            <a:extLst>
              <a:ext uri="{FF2B5EF4-FFF2-40B4-BE49-F238E27FC236}">
                <a16:creationId xmlns:a16="http://schemas.microsoft.com/office/drawing/2014/main" id="{59F47C2D-EFB8-4D99-86CA-0FCDEBE24F6E}"/>
              </a:ext>
            </a:extLst>
          </p:cNvPr>
          <p:cNvSpPr>
            <a:spLocks noGrp="1"/>
          </p:cNvSpPr>
          <p:nvPr/>
        </p:nvSpPr>
        <p:spPr>
          <a:xfrm>
            <a:off x="3124200" y="3381375"/>
            <a:ext cx="8667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18/07/26</a:t>
            </a:r>
          </a:p>
        </p:txBody>
      </p:sp>
      <p:sp>
        <p:nvSpPr>
          <p:cNvPr id="41" name="ui-cls-cell0-3">
            <a:extLst>
              <a:ext uri="{FF2B5EF4-FFF2-40B4-BE49-F238E27FC236}">
                <a16:creationId xmlns:a16="http://schemas.microsoft.com/office/drawing/2014/main" id="{14E34774-DD1A-486D-A6A3-8F79F26F634E}"/>
              </a:ext>
            </a:extLst>
          </p:cNvPr>
          <p:cNvSpPr>
            <a:spLocks noGrp="1"/>
          </p:cNvSpPr>
          <p:nvPr/>
        </p:nvSpPr>
        <p:spPr>
          <a:xfrm>
            <a:off x="4057650" y="3181350"/>
            <a:ext cx="857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ED8"/>
            </a:solidFill>
            <a:prstDash val="solid"/>
          </a:ln>
        </p:spPr>
      </p:sp>
      <p:sp>
        <p:nvSpPr>
          <p:cNvPr id="42" name="ui-cls-cellt0-3">
            <a:extLst>
              <a:ext uri="{FF2B5EF4-FFF2-40B4-BE49-F238E27FC236}">
                <a16:creationId xmlns:a16="http://schemas.microsoft.com/office/drawing/2014/main" id="{80874823-0F1E-4694-8FEC-4D86E5833226}"/>
              </a:ext>
            </a:extLst>
          </p:cNvPr>
          <p:cNvSpPr>
            <a:spLocks noGrp="1"/>
          </p:cNvSpPr>
          <p:nvPr/>
        </p:nvSpPr>
        <p:spPr>
          <a:xfrm>
            <a:off x="4124325" y="3381375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$1,305</a:t>
            </a:r>
          </a:p>
        </p:txBody>
      </p:sp>
      <p:sp>
        <p:nvSpPr>
          <p:cNvPr id="43" name="ui-cls-cell0-4">
            <a:extLst>
              <a:ext uri="{FF2B5EF4-FFF2-40B4-BE49-F238E27FC236}">
                <a16:creationId xmlns:a16="http://schemas.microsoft.com/office/drawing/2014/main" id="{F65BBE4A-3F5F-4E77-A98F-0AA75D265ED7}"/>
              </a:ext>
            </a:extLst>
          </p:cNvPr>
          <p:cNvSpPr>
            <a:spLocks noGrp="1"/>
          </p:cNvSpPr>
          <p:nvPr/>
        </p:nvSpPr>
        <p:spPr>
          <a:xfrm>
            <a:off x="4914900" y="3181350"/>
            <a:ext cx="10001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ED8"/>
            </a:solidFill>
            <a:prstDash val="solid"/>
          </a:ln>
        </p:spPr>
      </p:sp>
      <p:sp>
        <p:nvSpPr>
          <p:cNvPr id="44" name="ui-cls-cellt0-4">
            <a:extLst>
              <a:ext uri="{FF2B5EF4-FFF2-40B4-BE49-F238E27FC236}">
                <a16:creationId xmlns:a16="http://schemas.microsoft.com/office/drawing/2014/main" id="{4669E6AB-3E9A-452D-B82F-FC3EB53D12E8}"/>
              </a:ext>
            </a:extLst>
          </p:cNvPr>
          <p:cNvSpPr>
            <a:spLocks noGrp="1"/>
          </p:cNvSpPr>
          <p:nvPr/>
        </p:nvSpPr>
        <p:spPr>
          <a:xfrm>
            <a:off x="4981575" y="3381375"/>
            <a:ext cx="8667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Pendiente</a:t>
            </a:r>
          </a:p>
        </p:txBody>
      </p:sp>
      <p:sp>
        <p:nvSpPr>
          <p:cNvPr id="45" name="ui-cls-cell0-5">
            <a:extLst>
              <a:ext uri="{FF2B5EF4-FFF2-40B4-BE49-F238E27FC236}">
                <a16:creationId xmlns:a16="http://schemas.microsoft.com/office/drawing/2014/main" id="{B6FA1FEA-5FBE-4965-898C-2A74FB2591EA}"/>
              </a:ext>
            </a:extLst>
          </p:cNvPr>
          <p:cNvSpPr>
            <a:spLocks noGrp="1"/>
          </p:cNvSpPr>
          <p:nvPr/>
        </p:nvSpPr>
        <p:spPr>
          <a:xfrm>
            <a:off x="5915025" y="3181350"/>
            <a:ext cx="1238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ED8"/>
            </a:solidFill>
            <a:prstDash val="solid"/>
          </a:ln>
        </p:spPr>
      </p:sp>
      <p:sp>
        <p:nvSpPr>
          <p:cNvPr id="46" name="ui-cls-risk0">
            <a:extLst>
              <a:ext uri="{FF2B5EF4-FFF2-40B4-BE49-F238E27FC236}">
                <a16:creationId xmlns:a16="http://schemas.microsoft.com/office/drawing/2014/main" id="{651DC508-4344-458A-A799-2C37EC70B35E}"/>
              </a:ext>
            </a:extLst>
          </p:cNvPr>
          <p:cNvSpPr>
            <a:spLocks noGrp="1"/>
          </p:cNvSpPr>
          <p:nvPr/>
        </p:nvSpPr>
        <p:spPr>
          <a:xfrm>
            <a:off x="6019800" y="3352800"/>
            <a:ext cx="1028700" cy="238125"/>
          </a:xfrm>
          <a:prstGeom prst="roundRect">
            <a:avLst>
              <a:gd name="adj" fmla="val 50000"/>
            </a:avLst>
          </a:prstGeom>
          <a:solidFill>
            <a:srgbClr val="FCEBED"/>
          </a:solidFill>
          <a:ln w="0">
            <a:solidFill>
              <a:srgbClr val="FCEBED"/>
            </a:solidFill>
            <a:prstDash val="solid"/>
          </a:ln>
        </p:spPr>
      </p:sp>
      <p:sp>
        <p:nvSpPr>
          <p:cNvPr id="47" name="ui-cls-risk0t">
            <a:extLst>
              <a:ext uri="{FF2B5EF4-FFF2-40B4-BE49-F238E27FC236}">
                <a16:creationId xmlns:a16="http://schemas.microsoft.com/office/drawing/2014/main" id="{EB87A1AD-CCD8-4098-B0F0-D2B81AFED745}"/>
              </a:ext>
            </a:extLst>
          </p:cNvPr>
          <p:cNvSpPr>
            <a:spLocks noGrp="1"/>
          </p:cNvSpPr>
          <p:nvPr/>
        </p:nvSpPr>
        <p:spPr>
          <a:xfrm>
            <a:off x="6048375" y="3400425"/>
            <a:ext cx="971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C73D4D"/>
                </a:solidFill>
              </a:defRPr>
            </a:pPr>
            <a:r>
              <a:rPr sz="825" b="1">
                <a:solidFill>
                  <a:srgbClr val="C73D4D"/>
                </a:solidFill>
              </a:rPr>
              <a:t>78% · ALTO</a:t>
            </a:r>
          </a:p>
        </p:txBody>
      </p:sp>
      <p:sp>
        <p:nvSpPr>
          <p:cNvPr id="48" name="ui-cls-cell0-6">
            <a:extLst>
              <a:ext uri="{FF2B5EF4-FFF2-40B4-BE49-F238E27FC236}">
                <a16:creationId xmlns:a16="http://schemas.microsoft.com/office/drawing/2014/main" id="{7B5A6CF7-6D48-4AC6-B710-39A08ABB53A8}"/>
              </a:ext>
            </a:extLst>
          </p:cNvPr>
          <p:cNvSpPr>
            <a:spLocks noGrp="1"/>
          </p:cNvSpPr>
          <p:nvPr/>
        </p:nvSpPr>
        <p:spPr>
          <a:xfrm>
            <a:off x="7153275" y="3181350"/>
            <a:ext cx="8763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ED8"/>
            </a:solidFill>
            <a:prstDash val="solid"/>
          </a:ln>
        </p:spPr>
      </p:sp>
      <p:sp>
        <p:nvSpPr>
          <p:cNvPr id="49" name="ui-cls-act0">
            <a:extLst>
              <a:ext uri="{FF2B5EF4-FFF2-40B4-BE49-F238E27FC236}">
                <a16:creationId xmlns:a16="http://schemas.microsoft.com/office/drawing/2014/main" id="{0EF905B4-9F03-4805-B47E-3EA2BEAF721C}"/>
              </a:ext>
            </a:extLst>
          </p:cNvPr>
          <p:cNvSpPr>
            <a:spLocks noGrp="1"/>
          </p:cNvSpPr>
          <p:nvPr/>
        </p:nvSpPr>
        <p:spPr>
          <a:xfrm>
            <a:off x="7277100" y="3333750"/>
            <a:ext cx="628650" cy="276225"/>
          </a:xfrm>
          <a:prstGeom prst="roundRect">
            <a:avLst>
              <a:gd name="adj" fmla="val 20690"/>
            </a:avLst>
          </a:prstGeom>
          <a:solidFill>
            <a:srgbClr val="C73D4D"/>
          </a:solidFill>
          <a:ln w="9525">
            <a:solidFill>
              <a:srgbClr val="C73D4D"/>
            </a:solidFill>
            <a:prstDash val="solid"/>
          </a:ln>
        </p:spPr>
      </p:sp>
      <p:sp>
        <p:nvSpPr>
          <p:cNvPr id="50" name="ui-cls-actt0">
            <a:extLst>
              <a:ext uri="{FF2B5EF4-FFF2-40B4-BE49-F238E27FC236}">
                <a16:creationId xmlns:a16="http://schemas.microsoft.com/office/drawing/2014/main" id="{AA15C012-8A29-4454-B30A-EE6FB9EA3BE6}"/>
              </a:ext>
            </a:extLst>
          </p:cNvPr>
          <p:cNvSpPr>
            <a:spLocks noGrp="1"/>
          </p:cNvSpPr>
          <p:nvPr/>
        </p:nvSpPr>
        <p:spPr>
          <a:xfrm>
            <a:off x="7296150" y="3400425"/>
            <a:ext cx="590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Revisar</a:t>
            </a:r>
          </a:p>
        </p:txBody>
      </p:sp>
      <p:sp>
        <p:nvSpPr>
          <p:cNvPr id="51" name="ui-cls-cell1-0">
            <a:extLst>
              <a:ext uri="{FF2B5EF4-FFF2-40B4-BE49-F238E27FC236}">
                <a16:creationId xmlns:a16="http://schemas.microsoft.com/office/drawing/2014/main" id="{C8D2D1C4-3076-474E-A52D-2D5592446221}"/>
              </a:ext>
            </a:extLst>
          </p:cNvPr>
          <p:cNvSpPr>
            <a:spLocks noGrp="1"/>
          </p:cNvSpPr>
          <p:nvPr/>
        </p:nvSpPr>
        <p:spPr>
          <a:xfrm>
            <a:off x="742950" y="3771900"/>
            <a:ext cx="6477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ED8"/>
            </a:solidFill>
            <a:prstDash val="solid"/>
          </a:ln>
        </p:spPr>
      </p:sp>
      <p:sp>
        <p:nvSpPr>
          <p:cNvPr id="52" name="ui-cls-cellt1-0">
            <a:extLst>
              <a:ext uri="{FF2B5EF4-FFF2-40B4-BE49-F238E27FC236}">
                <a16:creationId xmlns:a16="http://schemas.microsoft.com/office/drawing/2014/main" id="{94734F5F-204F-4DF1-BA6C-7F3BB92FEAAB}"/>
              </a:ext>
            </a:extLst>
          </p:cNvPr>
          <p:cNvSpPr>
            <a:spLocks noGrp="1"/>
          </p:cNvSpPr>
          <p:nvPr/>
        </p:nvSpPr>
        <p:spPr>
          <a:xfrm>
            <a:off x="809625" y="397192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252525"/>
                </a:solidFill>
              </a:defRPr>
            </a:pPr>
            <a:r>
              <a:rPr sz="825" b="1">
                <a:solidFill>
                  <a:srgbClr val="252525"/>
                </a:solidFill>
              </a:rPr>
              <a:t>#A103</a:t>
            </a:r>
          </a:p>
        </p:txBody>
      </p:sp>
      <p:sp>
        <p:nvSpPr>
          <p:cNvPr id="53" name="ui-cls-cell1-1">
            <a:extLst>
              <a:ext uri="{FF2B5EF4-FFF2-40B4-BE49-F238E27FC236}">
                <a16:creationId xmlns:a16="http://schemas.microsoft.com/office/drawing/2014/main" id="{0444ADF7-C984-408F-8B5B-87584724FA0B}"/>
              </a:ext>
            </a:extLst>
          </p:cNvPr>
          <p:cNvSpPr>
            <a:spLocks noGrp="1"/>
          </p:cNvSpPr>
          <p:nvPr/>
        </p:nvSpPr>
        <p:spPr>
          <a:xfrm>
            <a:off x="1390650" y="3771900"/>
            <a:ext cx="166687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ED8"/>
            </a:solidFill>
            <a:prstDash val="solid"/>
          </a:ln>
        </p:spPr>
      </p:sp>
      <p:sp>
        <p:nvSpPr>
          <p:cNvPr id="54" name="ui-cls-cellt1-1">
            <a:extLst>
              <a:ext uri="{FF2B5EF4-FFF2-40B4-BE49-F238E27FC236}">
                <a16:creationId xmlns:a16="http://schemas.microsoft.com/office/drawing/2014/main" id="{A74F482B-8BD2-4280-A76F-25B2BD6417B9}"/>
              </a:ext>
            </a:extLst>
          </p:cNvPr>
          <p:cNvSpPr>
            <a:spLocks noGrp="1"/>
          </p:cNvSpPr>
          <p:nvPr/>
        </p:nvSpPr>
        <p:spPr>
          <a:xfrm>
            <a:off x="1457325" y="3886200"/>
            <a:ext cx="15335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0">
                <a:solidFill>
                  <a:srgbClr val="252525"/>
                </a:solidFill>
              </a:defRPr>
            </a:pPr>
            <a:r>
              <a:rPr sz="750" b="0">
                <a:solidFill>
                  <a:srgbClr val="252525"/>
                </a:solidFill>
              </a:rPr>
              <a:t>Carlos Ruiz</a:t>
            </a:r>
          </a:p>
          <a:p>
            <a:pPr algn="ctr">
              <a:buNone/>
              <a:defRPr sz="750" b="0">
                <a:solidFill>
                  <a:srgbClr val="252525"/>
                </a:solidFill>
              </a:defRPr>
            </a:pPr>
            <a:r>
              <a:rPr sz="750" b="0">
                <a:solidFill>
                  <a:srgbClr val="252525"/>
                </a:solidFill>
              </a:rPr>
              <a:t>carlos@email.com</a:t>
            </a:r>
          </a:p>
        </p:txBody>
      </p:sp>
      <p:sp>
        <p:nvSpPr>
          <p:cNvPr id="55" name="ui-cls-cell1-2">
            <a:extLst>
              <a:ext uri="{FF2B5EF4-FFF2-40B4-BE49-F238E27FC236}">
                <a16:creationId xmlns:a16="http://schemas.microsoft.com/office/drawing/2014/main" id="{70C72A2D-1782-44FE-9D60-EDBC5744E592}"/>
              </a:ext>
            </a:extLst>
          </p:cNvPr>
          <p:cNvSpPr>
            <a:spLocks noGrp="1"/>
          </p:cNvSpPr>
          <p:nvPr/>
        </p:nvSpPr>
        <p:spPr>
          <a:xfrm>
            <a:off x="3057525" y="3771900"/>
            <a:ext cx="10001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ED8"/>
            </a:solidFill>
            <a:prstDash val="solid"/>
          </a:ln>
        </p:spPr>
      </p:sp>
      <p:sp>
        <p:nvSpPr>
          <p:cNvPr id="56" name="ui-cls-cellt1-2">
            <a:extLst>
              <a:ext uri="{FF2B5EF4-FFF2-40B4-BE49-F238E27FC236}">
                <a16:creationId xmlns:a16="http://schemas.microsoft.com/office/drawing/2014/main" id="{1E9FB3DF-F27A-4E73-8053-69267E2156FF}"/>
              </a:ext>
            </a:extLst>
          </p:cNvPr>
          <p:cNvSpPr>
            <a:spLocks noGrp="1"/>
          </p:cNvSpPr>
          <p:nvPr/>
        </p:nvSpPr>
        <p:spPr>
          <a:xfrm>
            <a:off x="3124200" y="3971925"/>
            <a:ext cx="8667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18/07/26</a:t>
            </a:r>
          </a:p>
        </p:txBody>
      </p:sp>
      <p:sp>
        <p:nvSpPr>
          <p:cNvPr id="57" name="ui-cls-cell1-3">
            <a:extLst>
              <a:ext uri="{FF2B5EF4-FFF2-40B4-BE49-F238E27FC236}">
                <a16:creationId xmlns:a16="http://schemas.microsoft.com/office/drawing/2014/main" id="{865992C2-073A-4852-AF16-88ACEB7AAC3F}"/>
              </a:ext>
            </a:extLst>
          </p:cNvPr>
          <p:cNvSpPr>
            <a:spLocks noGrp="1"/>
          </p:cNvSpPr>
          <p:nvPr/>
        </p:nvSpPr>
        <p:spPr>
          <a:xfrm>
            <a:off x="4057650" y="3771900"/>
            <a:ext cx="857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ED8"/>
            </a:solidFill>
            <a:prstDash val="solid"/>
          </a:ln>
        </p:spPr>
      </p:sp>
      <p:sp>
        <p:nvSpPr>
          <p:cNvPr id="58" name="ui-cls-cellt1-3">
            <a:extLst>
              <a:ext uri="{FF2B5EF4-FFF2-40B4-BE49-F238E27FC236}">
                <a16:creationId xmlns:a16="http://schemas.microsoft.com/office/drawing/2014/main" id="{3608AA5F-6E04-4218-A95B-0913A500C7AC}"/>
              </a:ext>
            </a:extLst>
          </p:cNvPr>
          <p:cNvSpPr>
            <a:spLocks noGrp="1"/>
          </p:cNvSpPr>
          <p:nvPr/>
        </p:nvSpPr>
        <p:spPr>
          <a:xfrm>
            <a:off x="4124325" y="3971925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$860</a:t>
            </a:r>
          </a:p>
        </p:txBody>
      </p:sp>
      <p:sp>
        <p:nvSpPr>
          <p:cNvPr id="59" name="ui-cls-cell1-4">
            <a:extLst>
              <a:ext uri="{FF2B5EF4-FFF2-40B4-BE49-F238E27FC236}">
                <a16:creationId xmlns:a16="http://schemas.microsoft.com/office/drawing/2014/main" id="{09C5AB76-0671-4784-8C61-0C067A78951E}"/>
              </a:ext>
            </a:extLst>
          </p:cNvPr>
          <p:cNvSpPr>
            <a:spLocks noGrp="1"/>
          </p:cNvSpPr>
          <p:nvPr/>
        </p:nvSpPr>
        <p:spPr>
          <a:xfrm>
            <a:off x="4914900" y="3771900"/>
            <a:ext cx="10001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ED8"/>
            </a:solidFill>
            <a:prstDash val="solid"/>
          </a:ln>
        </p:spPr>
      </p:sp>
      <p:sp>
        <p:nvSpPr>
          <p:cNvPr id="60" name="ui-cls-cellt1-4">
            <a:extLst>
              <a:ext uri="{FF2B5EF4-FFF2-40B4-BE49-F238E27FC236}">
                <a16:creationId xmlns:a16="http://schemas.microsoft.com/office/drawing/2014/main" id="{63E13636-1D09-448F-8024-A7FA0523DAE8}"/>
              </a:ext>
            </a:extLst>
          </p:cNvPr>
          <p:cNvSpPr>
            <a:spLocks noGrp="1"/>
          </p:cNvSpPr>
          <p:nvPr/>
        </p:nvSpPr>
        <p:spPr>
          <a:xfrm>
            <a:off x="4981575" y="3971925"/>
            <a:ext cx="8667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Pendiente</a:t>
            </a:r>
          </a:p>
        </p:txBody>
      </p:sp>
      <p:sp>
        <p:nvSpPr>
          <p:cNvPr id="61" name="ui-cls-cell1-5">
            <a:extLst>
              <a:ext uri="{FF2B5EF4-FFF2-40B4-BE49-F238E27FC236}">
                <a16:creationId xmlns:a16="http://schemas.microsoft.com/office/drawing/2014/main" id="{A836E74A-6EB2-499A-9365-03112D4D6582}"/>
              </a:ext>
            </a:extLst>
          </p:cNvPr>
          <p:cNvSpPr>
            <a:spLocks noGrp="1"/>
          </p:cNvSpPr>
          <p:nvPr/>
        </p:nvSpPr>
        <p:spPr>
          <a:xfrm>
            <a:off x="5915025" y="3771900"/>
            <a:ext cx="1238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ED8"/>
            </a:solidFill>
            <a:prstDash val="solid"/>
          </a:ln>
        </p:spPr>
      </p:sp>
      <p:sp>
        <p:nvSpPr>
          <p:cNvPr id="62" name="ui-cls-risk1">
            <a:extLst>
              <a:ext uri="{FF2B5EF4-FFF2-40B4-BE49-F238E27FC236}">
                <a16:creationId xmlns:a16="http://schemas.microsoft.com/office/drawing/2014/main" id="{E4FFCB11-4183-4906-8FE1-0CF3647D6434}"/>
              </a:ext>
            </a:extLst>
          </p:cNvPr>
          <p:cNvSpPr>
            <a:spLocks noGrp="1"/>
          </p:cNvSpPr>
          <p:nvPr/>
        </p:nvSpPr>
        <p:spPr>
          <a:xfrm>
            <a:off x="6019800" y="3943350"/>
            <a:ext cx="1028700" cy="238125"/>
          </a:xfrm>
          <a:prstGeom prst="roundRect">
            <a:avLst>
              <a:gd name="adj" fmla="val 50000"/>
            </a:avLst>
          </a:prstGeom>
          <a:solidFill>
            <a:srgbClr val="FFF3D6"/>
          </a:solidFill>
          <a:ln w="0">
            <a:solidFill>
              <a:srgbClr val="FFF3D6"/>
            </a:solidFill>
            <a:prstDash val="solid"/>
          </a:ln>
        </p:spPr>
      </p:sp>
      <p:sp>
        <p:nvSpPr>
          <p:cNvPr id="63" name="ui-cls-risk1t">
            <a:extLst>
              <a:ext uri="{FF2B5EF4-FFF2-40B4-BE49-F238E27FC236}">
                <a16:creationId xmlns:a16="http://schemas.microsoft.com/office/drawing/2014/main" id="{B20F7798-2423-42FD-AAE9-5FAF02D1ED0C}"/>
              </a:ext>
            </a:extLst>
          </p:cNvPr>
          <p:cNvSpPr>
            <a:spLocks noGrp="1"/>
          </p:cNvSpPr>
          <p:nvPr/>
        </p:nvSpPr>
        <p:spPr>
          <a:xfrm>
            <a:off x="6048375" y="3990975"/>
            <a:ext cx="971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B7791F"/>
                </a:solidFill>
              </a:defRPr>
            </a:pPr>
            <a:r>
              <a:rPr sz="825" b="1">
                <a:solidFill>
                  <a:srgbClr val="B7791F"/>
                </a:solidFill>
              </a:rPr>
              <a:t>41% · MEDIO</a:t>
            </a:r>
          </a:p>
        </p:txBody>
      </p:sp>
      <p:sp>
        <p:nvSpPr>
          <p:cNvPr id="64" name="ui-cls-cell1-6">
            <a:extLst>
              <a:ext uri="{FF2B5EF4-FFF2-40B4-BE49-F238E27FC236}">
                <a16:creationId xmlns:a16="http://schemas.microsoft.com/office/drawing/2014/main" id="{4DD3AF82-1818-49D8-A7D2-8E0349E5C5DE}"/>
              </a:ext>
            </a:extLst>
          </p:cNvPr>
          <p:cNvSpPr>
            <a:spLocks noGrp="1"/>
          </p:cNvSpPr>
          <p:nvPr/>
        </p:nvSpPr>
        <p:spPr>
          <a:xfrm>
            <a:off x="7153275" y="3771900"/>
            <a:ext cx="8763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ED8"/>
            </a:solidFill>
            <a:prstDash val="solid"/>
          </a:ln>
        </p:spPr>
      </p:sp>
      <p:sp>
        <p:nvSpPr>
          <p:cNvPr id="65" name="ui-cls-act1">
            <a:extLst>
              <a:ext uri="{FF2B5EF4-FFF2-40B4-BE49-F238E27FC236}">
                <a16:creationId xmlns:a16="http://schemas.microsoft.com/office/drawing/2014/main" id="{A8121749-0DDC-41D8-A46A-01BC8D27F1F9}"/>
              </a:ext>
            </a:extLst>
          </p:cNvPr>
          <p:cNvSpPr>
            <a:spLocks noGrp="1"/>
          </p:cNvSpPr>
          <p:nvPr/>
        </p:nvSpPr>
        <p:spPr>
          <a:xfrm>
            <a:off x="7277100" y="3924300"/>
            <a:ext cx="62865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BFC4CB"/>
            </a:solidFill>
            <a:prstDash val="solid"/>
          </a:ln>
        </p:spPr>
      </p:sp>
      <p:sp>
        <p:nvSpPr>
          <p:cNvPr id="66" name="ui-cls-actt1">
            <a:extLst>
              <a:ext uri="{FF2B5EF4-FFF2-40B4-BE49-F238E27FC236}">
                <a16:creationId xmlns:a16="http://schemas.microsoft.com/office/drawing/2014/main" id="{BEB04D56-67E6-4B95-BFB8-33BBD70B1C31}"/>
              </a:ext>
            </a:extLst>
          </p:cNvPr>
          <p:cNvSpPr>
            <a:spLocks noGrp="1"/>
          </p:cNvSpPr>
          <p:nvPr/>
        </p:nvSpPr>
        <p:spPr>
          <a:xfrm>
            <a:off x="7296150" y="3990975"/>
            <a:ext cx="590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252525"/>
                </a:solidFill>
              </a:defRPr>
            </a:pPr>
            <a:r>
              <a:rPr sz="825" b="1">
                <a:solidFill>
                  <a:srgbClr val="252525"/>
                </a:solidFill>
              </a:rPr>
              <a:t>Revisar</a:t>
            </a:r>
          </a:p>
        </p:txBody>
      </p:sp>
      <p:sp>
        <p:nvSpPr>
          <p:cNvPr id="67" name="ui-cls-cell2-0">
            <a:extLst>
              <a:ext uri="{FF2B5EF4-FFF2-40B4-BE49-F238E27FC236}">
                <a16:creationId xmlns:a16="http://schemas.microsoft.com/office/drawing/2014/main" id="{F5D0D3A4-479B-4A9C-B1BE-ECAED6AE1566}"/>
              </a:ext>
            </a:extLst>
          </p:cNvPr>
          <p:cNvSpPr>
            <a:spLocks noGrp="1"/>
          </p:cNvSpPr>
          <p:nvPr/>
        </p:nvSpPr>
        <p:spPr>
          <a:xfrm>
            <a:off x="742950" y="4362450"/>
            <a:ext cx="6477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ED8"/>
            </a:solidFill>
            <a:prstDash val="solid"/>
          </a:ln>
        </p:spPr>
      </p:sp>
      <p:sp>
        <p:nvSpPr>
          <p:cNvPr id="68" name="ui-cls-cellt2-0">
            <a:extLst>
              <a:ext uri="{FF2B5EF4-FFF2-40B4-BE49-F238E27FC236}">
                <a16:creationId xmlns:a16="http://schemas.microsoft.com/office/drawing/2014/main" id="{F9524702-6A8B-48B8-BB1A-02CA8A9E8C80}"/>
              </a:ext>
            </a:extLst>
          </p:cNvPr>
          <p:cNvSpPr>
            <a:spLocks noGrp="1"/>
          </p:cNvSpPr>
          <p:nvPr/>
        </p:nvSpPr>
        <p:spPr>
          <a:xfrm>
            <a:off x="809625" y="4562475"/>
            <a:ext cx="5143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252525"/>
                </a:solidFill>
              </a:defRPr>
            </a:pPr>
            <a:r>
              <a:rPr sz="825" b="1">
                <a:solidFill>
                  <a:srgbClr val="252525"/>
                </a:solidFill>
              </a:rPr>
              <a:t>#A102</a:t>
            </a:r>
          </a:p>
        </p:txBody>
      </p:sp>
      <p:sp>
        <p:nvSpPr>
          <p:cNvPr id="69" name="ui-cls-cell2-1">
            <a:extLst>
              <a:ext uri="{FF2B5EF4-FFF2-40B4-BE49-F238E27FC236}">
                <a16:creationId xmlns:a16="http://schemas.microsoft.com/office/drawing/2014/main" id="{7D31D0EE-AC33-44A2-9984-9788D3303A72}"/>
              </a:ext>
            </a:extLst>
          </p:cNvPr>
          <p:cNvSpPr>
            <a:spLocks noGrp="1"/>
          </p:cNvSpPr>
          <p:nvPr/>
        </p:nvSpPr>
        <p:spPr>
          <a:xfrm>
            <a:off x="1390650" y="4362450"/>
            <a:ext cx="166687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ED8"/>
            </a:solidFill>
            <a:prstDash val="solid"/>
          </a:ln>
        </p:spPr>
      </p:sp>
      <p:sp>
        <p:nvSpPr>
          <p:cNvPr id="70" name="ui-cls-cellt2-1">
            <a:extLst>
              <a:ext uri="{FF2B5EF4-FFF2-40B4-BE49-F238E27FC236}">
                <a16:creationId xmlns:a16="http://schemas.microsoft.com/office/drawing/2014/main" id="{837F3F53-7F9D-4B06-AD64-1A198C8DE4A9}"/>
              </a:ext>
            </a:extLst>
          </p:cNvPr>
          <p:cNvSpPr>
            <a:spLocks noGrp="1"/>
          </p:cNvSpPr>
          <p:nvPr/>
        </p:nvSpPr>
        <p:spPr>
          <a:xfrm>
            <a:off x="1457325" y="4476750"/>
            <a:ext cx="15335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0">
                <a:solidFill>
                  <a:srgbClr val="252525"/>
                </a:solidFill>
              </a:defRPr>
            </a:pPr>
            <a:r>
              <a:rPr sz="750" b="0">
                <a:solidFill>
                  <a:srgbClr val="252525"/>
                </a:solidFill>
              </a:rPr>
              <a:t>Ana Torres</a:t>
            </a:r>
          </a:p>
          <a:p>
            <a:pPr algn="ctr">
              <a:buNone/>
              <a:defRPr sz="750" b="0">
                <a:solidFill>
                  <a:srgbClr val="252525"/>
                </a:solidFill>
              </a:defRPr>
            </a:pPr>
            <a:r>
              <a:rPr sz="750" b="0">
                <a:solidFill>
                  <a:srgbClr val="252525"/>
                </a:solidFill>
              </a:rPr>
              <a:t>ana@email.com</a:t>
            </a:r>
          </a:p>
        </p:txBody>
      </p:sp>
      <p:sp>
        <p:nvSpPr>
          <p:cNvPr id="71" name="ui-cls-cell2-2">
            <a:extLst>
              <a:ext uri="{FF2B5EF4-FFF2-40B4-BE49-F238E27FC236}">
                <a16:creationId xmlns:a16="http://schemas.microsoft.com/office/drawing/2014/main" id="{C9B36B21-0DA4-42D2-B801-DF062C359C41}"/>
              </a:ext>
            </a:extLst>
          </p:cNvPr>
          <p:cNvSpPr>
            <a:spLocks noGrp="1"/>
          </p:cNvSpPr>
          <p:nvPr/>
        </p:nvSpPr>
        <p:spPr>
          <a:xfrm>
            <a:off x="3057525" y="4362450"/>
            <a:ext cx="10001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ED8"/>
            </a:solidFill>
            <a:prstDash val="solid"/>
          </a:ln>
        </p:spPr>
      </p:sp>
      <p:sp>
        <p:nvSpPr>
          <p:cNvPr id="72" name="ui-cls-cellt2-2">
            <a:extLst>
              <a:ext uri="{FF2B5EF4-FFF2-40B4-BE49-F238E27FC236}">
                <a16:creationId xmlns:a16="http://schemas.microsoft.com/office/drawing/2014/main" id="{A87F545E-EE61-4386-AC27-587C73C65B35}"/>
              </a:ext>
            </a:extLst>
          </p:cNvPr>
          <p:cNvSpPr>
            <a:spLocks noGrp="1"/>
          </p:cNvSpPr>
          <p:nvPr/>
        </p:nvSpPr>
        <p:spPr>
          <a:xfrm>
            <a:off x="3124200" y="4562475"/>
            <a:ext cx="8667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17/07/26</a:t>
            </a:r>
          </a:p>
        </p:txBody>
      </p:sp>
      <p:sp>
        <p:nvSpPr>
          <p:cNvPr id="73" name="ui-cls-cell2-3">
            <a:extLst>
              <a:ext uri="{FF2B5EF4-FFF2-40B4-BE49-F238E27FC236}">
                <a16:creationId xmlns:a16="http://schemas.microsoft.com/office/drawing/2014/main" id="{CF56434C-DBBC-4ECB-AA43-5835E3134465}"/>
              </a:ext>
            </a:extLst>
          </p:cNvPr>
          <p:cNvSpPr>
            <a:spLocks noGrp="1"/>
          </p:cNvSpPr>
          <p:nvPr/>
        </p:nvSpPr>
        <p:spPr>
          <a:xfrm>
            <a:off x="4057650" y="4362450"/>
            <a:ext cx="857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ED8"/>
            </a:solidFill>
            <a:prstDash val="solid"/>
          </a:ln>
        </p:spPr>
      </p:sp>
      <p:sp>
        <p:nvSpPr>
          <p:cNvPr id="74" name="ui-cls-cellt2-3">
            <a:extLst>
              <a:ext uri="{FF2B5EF4-FFF2-40B4-BE49-F238E27FC236}">
                <a16:creationId xmlns:a16="http://schemas.microsoft.com/office/drawing/2014/main" id="{1853F630-9BB6-4E44-9802-12812AECFE46}"/>
              </a:ext>
            </a:extLst>
          </p:cNvPr>
          <p:cNvSpPr>
            <a:spLocks noGrp="1"/>
          </p:cNvSpPr>
          <p:nvPr/>
        </p:nvSpPr>
        <p:spPr>
          <a:xfrm>
            <a:off x="4124325" y="4562475"/>
            <a:ext cx="723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$1,120</a:t>
            </a:r>
          </a:p>
        </p:txBody>
      </p:sp>
      <p:sp>
        <p:nvSpPr>
          <p:cNvPr id="75" name="ui-cls-cell2-4">
            <a:extLst>
              <a:ext uri="{FF2B5EF4-FFF2-40B4-BE49-F238E27FC236}">
                <a16:creationId xmlns:a16="http://schemas.microsoft.com/office/drawing/2014/main" id="{4892A738-BB88-494D-BFC2-28D23E81434B}"/>
              </a:ext>
            </a:extLst>
          </p:cNvPr>
          <p:cNvSpPr>
            <a:spLocks noGrp="1"/>
          </p:cNvSpPr>
          <p:nvPr/>
        </p:nvSpPr>
        <p:spPr>
          <a:xfrm>
            <a:off x="4914900" y="4362450"/>
            <a:ext cx="1000125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ED8"/>
            </a:solidFill>
            <a:prstDash val="solid"/>
          </a:ln>
        </p:spPr>
      </p:sp>
      <p:sp>
        <p:nvSpPr>
          <p:cNvPr id="76" name="ui-cls-cellt2-4">
            <a:extLst>
              <a:ext uri="{FF2B5EF4-FFF2-40B4-BE49-F238E27FC236}">
                <a16:creationId xmlns:a16="http://schemas.microsoft.com/office/drawing/2014/main" id="{11C6B76D-F099-4170-BC86-43A3E60B741A}"/>
              </a:ext>
            </a:extLst>
          </p:cNvPr>
          <p:cNvSpPr>
            <a:spLocks noGrp="1"/>
          </p:cNvSpPr>
          <p:nvPr/>
        </p:nvSpPr>
        <p:spPr>
          <a:xfrm>
            <a:off x="4981575" y="4562475"/>
            <a:ext cx="8667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0">
                <a:solidFill>
                  <a:srgbClr val="252525"/>
                </a:solidFill>
              </a:defRPr>
            </a:pPr>
            <a:r>
              <a:rPr sz="825" b="0">
                <a:solidFill>
                  <a:srgbClr val="252525"/>
                </a:solidFill>
              </a:rPr>
              <a:t>Pendiente</a:t>
            </a:r>
          </a:p>
        </p:txBody>
      </p:sp>
      <p:sp>
        <p:nvSpPr>
          <p:cNvPr id="77" name="ui-cls-cell2-5">
            <a:extLst>
              <a:ext uri="{FF2B5EF4-FFF2-40B4-BE49-F238E27FC236}">
                <a16:creationId xmlns:a16="http://schemas.microsoft.com/office/drawing/2014/main" id="{38C54C27-ABF3-4E80-BA74-2E4BC81BC7CE}"/>
              </a:ext>
            </a:extLst>
          </p:cNvPr>
          <p:cNvSpPr>
            <a:spLocks noGrp="1"/>
          </p:cNvSpPr>
          <p:nvPr/>
        </p:nvSpPr>
        <p:spPr>
          <a:xfrm>
            <a:off x="5915025" y="4362450"/>
            <a:ext cx="1238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ED8"/>
            </a:solidFill>
            <a:prstDash val="solid"/>
          </a:ln>
        </p:spPr>
      </p:sp>
      <p:sp>
        <p:nvSpPr>
          <p:cNvPr id="78" name="ui-cls-risk2">
            <a:extLst>
              <a:ext uri="{FF2B5EF4-FFF2-40B4-BE49-F238E27FC236}">
                <a16:creationId xmlns:a16="http://schemas.microsoft.com/office/drawing/2014/main" id="{D80CCDDE-8FD4-457E-BC54-35EF7C2DDE86}"/>
              </a:ext>
            </a:extLst>
          </p:cNvPr>
          <p:cNvSpPr>
            <a:spLocks noGrp="1"/>
          </p:cNvSpPr>
          <p:nvPr/>
        </p:nvSpPr>
        <p:spPr>
          <a:xfrm>
            <a:off x="6019800" y="4533900"/>
            <a:ext cx="1028700" cy="238125"/>
          </a:xfrm>
          <a:prstGeom prst="roundRect">
            <a:avLst>
              <a:gd name="adj" fmla="val 50000"/>
            </a:avLst>
          </a:prstGeom>
          <a:solidFill>
            <a:srgbClr val="E9F6ED"/>
          </a:solidFill>
          <a:ln w="0">
            <a:solidFill>
              <a:srgbClr val="E9F6ED"/>
            </a:solidFill>
            <a:prstDash val="solid"/>
          </a:ln>
        </p:spPr>
      </p:sp>
      <p:sp>
        <p:nvSpPr>
          <p:cNvPr id="79" name="ui-cls-risk2t">
            <a:extLst>
              <a:ext uri="{FF2B5EF4-FFF2-40B4-BE49-F238E27FC236}">
                <a16:creationId xmlns:a16="http://schemas.microsoft.com/office/drawing/2014/main" id="{CEDABA90-92BA-4DDB-899F-284BAA8E0B6D}"/>
              </a:ext>
            </a:extLst>
          </p:cNvPr>
          <p:cNvSpPr>
            <a:spLocks noGrp="1"/>
          </p:cNvSpPr>
          <p:nvPr/>
        </p:nvSpPr>
        <p:spPr>
          <a:xfrm>
            <a:off x="6048375" y="4581525"/>
            <a:ext cx="971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2F7D4A"/>
                </a:solidFill>
              </a:defRPr>
            </a:pPr>
            <a:r>
              <a:rPr sz="825" b="1">
                <a:solidFill>
                  <a:srgbClr val="2F7D4A"/>
                </a:solidFill>
              </a:rPr>
              <a:t>12% · BAJO</a:t>
            </a:r>
          </a:p>
        </p:txBody>
      </p:sp>
      <p:sp>
        <p:nvSpPr>
          <p:cNvPr id="80" name="ui-cls-cell2-6">
            <a:extLst>
              <a:ext uri="{FF2B5EF4-FFF2-40B4-BE49-F238E27FC236}">
                <a16:creationId xmlns:a16="http://schemas.microsoft.com/office/drawing/2014/main" id="{17AA7F5C-2A13-4C4F-83BE-35DC488FAFA7}"/>
              </a:ext>
            </a:extLst>
          </p:cNvPr>
          <p:cNvSpPr>
            <a:spLocks noGrp="1"/>
          </p:cNvSpPr>
          <p:nvPr/>
        </p:nvSpPr>
        <p:spPr>
          <a:xfrm>
            <a:off x="7153275" y="4362450"/>
            <a:ext cx="8763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E1DED8"/>
            </a:solidFill>
            <a:prstDash val="solid"/>
          </a:ln>
        </p:spPr>
      </p:sp>
      <p:sp>
        <p:nvSpPr>
          <p:cNvPr id="81" name="ui-cls-act2">
            <a:extLst>
              <a:ext uri="{FF2B5EF4-FFF2-40B4-BE49-F238E27FC236}">
                <a16:creationId xmlns:a16="http://schemas.microsoft.com/office/drawing/2014/main" id="{A03F304B-AE5D-4DC8-8C99-032A38D659CF}"/>
              </a:ext>
            </a:extLst>
          </p:cNvPr>
          <p:cNvSpPr>
            <a:spLocks noGrp="1"/>
          </p:cNvSpPr>
          <p:nvPr/>
        </p:nvSpPr>
        <p:spPr>
          <a:xfrm>
            <a:off x="7277100" y="4514850"/>
            <a:ext cx="628650" cy="276225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9525">
            <a:solidFill>
              <a:srgbClr val="BFC4CB"/>
            </a:solidFill>
            <a:prstDash val="solid"/>
          </a:ln>
        </p:spPr>
      </p:sp>
      <p:sp>
        <p:nvSpPr>
          <p:cNvPr id="82" name="ui-cls-actt2">
            <a:extLst>
              <a:ext uri="{FF2B5EF4-FFF2-40B4-BE49-F238E27FC236}">
                <a16:creationId xmlns:a16="http://schemas.microsoft.com/office/drawing/2014/main" id="{C9577BF8-FDEF-436A-8279-F6510E22E7D0}"/>
              </a:ext>
            </a:extLst>
          </p:cNvPr>
          <p:cNvSpPr>
            <a:spLocks noGrp="1"/>
          </p:cNvSpPr>
          <p:nvPr/>
        </p:nvSpPr>
        <p:spPr>
          <a:xfrm>
            <a:off x="7296150" y="4581525"/>
            <a:ext cx="590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252525"/>
                </a:solidFill>
              </a:defRPr>
            </a:pPr>
            <a:r>
              <a:rPr sz="825" b="1">
                <a:solidFill>
                  <a:srgbClr val="252525"/>
                </a:solidFill>
              </a:rPr>
              <a:t>Revisar</a:t>
            </a:r>
          </a:p>
        </p:txBody>
      </p:sp>
      <p:sp>
        <p:nvSpPr>
          <p:cNvPr id="83" name="ui-cls-callout">
            <a:extLst>
              <a:ext uri="{FF2B5EF4-FFF2-40B4-BE49-F238E27FC236}">
                <a16:creationId xmlns:a16="http://schemas.microsoft.com/office/drawing/2014/main" id="{DF87C7D5-44DD-4519-A936-29F0DB792F64}"/>
              </a:ext>
            </a:extLst>
          </p:cNvPr>
          <p:cNvSpPr>
            <a:spLocks noGrp="1"/>
          </p:cNvSpPr>
          <p:nvPr/>
        </p:nvSpPr>
        <p:spPr>
          <a:xfrm>
            <a:off x="8477250" y="3038475"/>
            <a:ext cx="2914650" cy="180975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9050">
            <a:solidFill>
              <a:srgbClr val="2F62C7"/>
            </a:solidFill>
            <a:prstDash val="solid"/>
          </a:ln>
        </p:spPr>
      </p:sp>
      <p:sp>
        <p:nvSpPr>
          <p:cNvPr id="84" name="ui-cls-new">
            <a:extLst>
              <a:ext uri="{FF2B5EF4-FFF2-40B4-BE49-F238E27FC236}">
                <a16:creationId xmlns:a16="http://schemas.microsoft.com/office/drawing/2014/main" id="{5FE53785-48E7-460C-B7DC-2A425C4D9352}"/>
              </a:ext>
            </a:extLst>
          </p:cNvPr>
          <p:cNvSpPr>
            <a:spLocks noGrp="1"/>
          </p:cNvSpPr>
          <p:nvPr/>
        </p:nvSpPr>
        <p:spPr>
          <a:xfrm>
            <a:off x="8686800" y="3209925"/>
            <a:ext cx="1104900" cy="238125"/>
          </a:xfrm>
          <a:prstGeom prst="roundRect">
            <a:avLst>
              <a:gd name="adj" fmla="val 50000"/>
            </a:avLst>
          </a:prstGeom>
          <a:solidFill>
            <a:srgbClr val="EAF1FC"/>
          </a:solidFill>
          <a:ln w="0">
            <a:solidFill>
              <a:srgbClr val="EAF1FC"/>
            </a:solidFill>
            <a:prstDash val="solid"/>
          </a:ln>
        </p:spPr>
      </p:sp>
      <p:sp>
        <p:nvSpPr>
          <p:cNvPr id="85" name="ui-cls-newt">
            <a:extLst>
              <a:ext uri="{FF2B5EF4-FFF2-40B4-BE49-F238E27FC236}">
                <a16:creationId xmlns:a16="http://schemas.microsoft.com/office/drawing/2014/main" id="{BF74E75D-72A6-4ACF-B8A1-E571F28B76E7}"/>
              </a:ext>
            </a:extLst>
          </p:cNvPr>
          <p:cNvSpPr>
            <a:spLocks noGrp="1"/>
          </p:cNvSpPr>
          <p:nvPr/>
        </p:nvSpPr>
        <p:spPr>
          <a:xfrm>
            <a:off x="8715375" y="3257550"/>
            <a:ext cx="1047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2F62C7"/>
                </a:solidFill>
              </a:defRPr>
            </a:pPr>
            <a:r>
              <a:rPr sz="825" b="1">
                <a:solidFill>
                  <a:srgbClr val="2F62C7"/>
                </a:solidFill>
              </a:rPr>
              <a:t>NUEVA SECCIÓN</a:t>
            </a:r>
          </a:p>
        </p:txBody>
      </p:sp>
      <p:sp>
        <p:nvSpPr>
          <p:cNvPr id="86" name="ui-cls-calltitle">
            <a:extLst>
              <a:ext uri="{FF2B5EF4-FFF2-40B4-BE49-F238E27FC236}">
                <a16:creationId xmlns:a16="http://schemas.microsoft.com/office/drawing/2014/main" id="{04F53353-B917-40E5-BE8B-7C81ADF33F10}"/>
              </a:ext>
            </a:extLst>
          </p:cNvPr>
          <p:cNvSpPr>
            <a:spLocks noGrp="1"/>
          </p:cNvSpPr>
          <p:nvPr/>
        </p:nvSpPr>
        <p:spPr>
          <a:xfrm>
            <a:off x="8686800" y="3552825"/>
            <a:ext cx="2381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>
                <a:solidFill>
                  <a:srgbClr val="12356B"/>
                </a:solidFill>
              </a:defRPr>
            </a:pPr>
            <a:r>
              <a:rPr sz="1425" b="1">
                <a:solidFill>
                  <a:srgbClr val="12356B"/>
                </a:solidFill>
              </a:rPr>
              <a:t>Riesgo de cancelación</a:t>
            </a:r>
          </a:p>
        </p:txBody>
      </p:sp>
      <p:sp>
        <p:nvSpPr>
          <p:cNvPr id="87" name="ui-cls-callbody">
            <a:extLst>
              <a:ext uri="{FF2B5EF4-FFF2-40B4-BE49-F238E27FC236}">
                <a16:creationId xmlns:a16="http://schemas.microsoft.com/office/drawing/2014/main" id="{8220F601-1813-42AC-8E8C-45A708096DA3}"/>
              </a:ext>
            </a:extLst>
          </p:cNvPr>
          <p:cNvSpPr>
            <a:spLocks noGrp="1"/>
          </p:cNvSpPr>
          <p:nvPr/>
        </p:nvSpPr>
        <p:spPr>
          <a:xfrm>
            <a:off x="8686800" y="3867150"/>
            <a:ext cx="23812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0">
                <a:solidFill>
                  <a:srgbClr val="252525"/>
                </a:solidFill>
              </a:defRPr>
            </a:pPr>
            <a:r>
              <a:rPr sz="975" b="0">
                <a:solidFill>
                  <a:srgbClr val="252525"/>
                </a:solidFill>
              </a:rPr>
              <a:t>• Muestra una probabilidad por pedido.</a:t>
            </a:r>
          </a:p>
          <a:p>
            <a:pPr algn="l">
              <a:buNone/>
              <a:defRPr sz="975" b="0">
                <a:solidFill>
                  <a:srgbClr val="252525"/>
                </a:solidFill>
              </a:defRPr>
            </a:pPr>
            <a:r>
              <a:rPr sz="975" b="0">
                <a:solidFill>
                  <a:srgbClr val="252525"/>
                </a:solidFill>
              </a:rPr>
              <a:t>• Ordena la atención del personal.</a:t>
            </a:r>
          </a:p>
          <a:p>
            <a:pPr algn="l">
              <a:buNone/>
              <a:defRPr sz="975" b="0">
                <a:solidFill>
                  <a:srgbClr val="252525"/>
                </a:solidFill>
              </a:defRPr>
            </a:pPr>
            <a:r>
              <a:rPr sz="975" b="0">
                <a:solidFill>
                  <a:srgbClr val="252525"/>
                </a:solidFill>
              </a:rPr>
              <a:t>• Alto, medio y bajo se distinguen por color.</a:t>
            </a:r>
          </a:p>
          <a:p>
            <a:pPr algn="l">
              <a:buNone/>
              <a:defRPr sz="975" b="0">
                <a:solidFill>
                  <a:srgbClr val="252525"/>
                </a:solidFill>
              </a:defRPr>
            </a:pPr>
            <a:r>
              <a:rPr sz="975" b="0">
                <a:solidFill>
                  <a:srgbClr val="252525"/>
                </a:solidFill>
              </a:rPr>
              <a:t>• No cancela pedidos automáticamente.</a:t>
            </a:r>
          </a:p>
        </p:txBody>
      </p:sp>
      <p:sp>
        <p:nvSpPr>
          <p:cNvPr id="88" name="ui-cls-note">
            <a:extLst>
              <a:ext uri="{FF2B5EF4-FFF2-40B4-BE49-F238E27FC236}">
                <a16:creationId xmlns:a16="http://schemas.microsoft.com/office/drawing/2014/main" id="{4B0CD83B-D25D-43CB-81DC-36D98B33F2C9}"/>
              </a:ext>
            </a:extLst>
          </p:cNvPr>
          <p:cNvSpPr>
            <a:spLocks noGrp="1"/>
          </p:cNvSpPr>
          <p:nvPr/>
        </p:nvSpPr>
        <p:spPr>
          <a:xfrm>
            <a:off x="742950" y="5162550"/>
            <a:ext cx="1028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Los pedidos entregados y cancelados alimentan el historial; la tabla operativa muestra exclusivamente pedidos pendientes.</a:t>
            </a:r>
          </a:p>
        </p:txBody>
      </p:sp>
    </p:spTree>
    <p:extLst>
      <p:ext uri="{BB962C8B-B14F-4D97-AF65-F5344CB8AC3E}">
        <p14:creationId xmlns:p14="http://schemas.microsoft.com/office/powerpoint/2010/main" val="1451545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ui-rec-kicker">
            <a:extLst>
              <a:ext uri="{FF2B5EF4-FFF2-40B4-BE49-F238E27FC236}">
                <a16:creationId xmlns:a16="http://schemas.microsoft.com/office/drawing/2014/main" id="{262BCD01-D857-4A58-8DF6-6E0B1FEEFD80}"/>
              </a:ext>
            </a:extLst>
          </p:cNvPr>
          <p:cNvSpPr>
            <a:spLocks noGrp="1"/>
          </p:cNvSpPr>
          <p:nvPr/>
        </p:nvSpPr>
        <p:spPr>
          <a:xfrm>
            <a:off x="476250" y="171450"/>
            <a:ext cx="6667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1">
                <a:solidFill>
                  <a:srgbClr val="2F62C7"/>
                </a:solidFill>
              </a:defRPr>
            </a:pPr>
            <a:r>
              <a:rPr sz="1125" b="1">
                <a:solidFill>
                  <a:srgbClr val="2F62C7"/>
                </a:solidFill>
              </a:rPr>
              <a:t>IMPLEMENTACIÓN VISUAL · RECOMENDACIÓN</a:t>
            </a:r>
          </a:p>
        </p:txBody>
      </p:sp>
      <p:sp>
        <p:nvSpPr>
          <p:cNvPr id="2" name="ui-rec-title">
            <a:extLst>
              <a:ext uri="{FF2B5EF4-FFF2-40B4-BE49-F238E27FC236}">
                <a16:creationId xmlns:a16="http://schemas.microsoft.com/office/drawing/2014/main" id="{5525A1C7-629E-43B4-87B5-1D2AEF69B9B2}"/>
              </a:ext>
            </a:extLst>
          </p:cNvPr>
          <p:cNvSpPr>
            <a:spLocks noGrp="1"/>
          </p:cNvSpPr>
          <p:nvPr/>
        </p:nvSpPr>
        <p:spPr>
          <a:xfrm>
            <a:off x="476250" y="457200"/>
            <a:ext cx="11239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12356B"/>
                </a:solidFill>
              </a:defRPr>
            </a:pPr>
            <a:r>
              <a:rPr sz="2550" b="1">
                <a:solidFill>
                  <a:srgbClr val="12356B"/>
                </a:solidFill>
              </a:rPr>
              <a:t>Productos relacionados dentro del carrito</a:t>
            </a:r>
          </a:p>
        </p:txBody>
      </p:sp>
      <p:sp>
        <p:nvSpPr>
          <p:cNvPr id="3" name="ui-rec-subtitle">
            <a:extLst>
              <a:ext uri="{FF2B5EF4-FFF2-40B4-BE49-F238E27FC236}">
                <a16:creationId xmlns:a16="http://schemas.microsoft.com/office/drawing/2014/main" id="{10B0A02C-952D-4F89-984B-BCFF910082B2}"/>
              </a:ext>
            </a:extLst>
          </p:cNvPr>
          <p:cNvSpPr>
            <a:spLocks noGrp="1"/>
          </p:cNvSpPr>
          <p:nvPr/>
        </p:nvSpPr>
        <p:spPr>
          <a:xfrm>
            <a:off x="476250" y="914400"/>
            <a:ext cx="1123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67085"/>
                </a:solidFill>
              </a:defRPr>
            </a:pPr>
            <a:r>
              <a:rPr sz="1275" b="0">
                <a:solidFill>
                  <a:srgbClr val="667085"/>
                </a:solidFill>
              </a:rPr>
              <a:t>El filtrado colaborativo item-item aprovecha compras anteriores para sugerir artículos que suelen adquirirse juntos.</a:t>
            </a:r>
          </a:p>
        </p:txBody>
      </p:sp>
      <p:sp>
        <p:nvSpPr>
          <p:cNvPr id="4" name="ui-rec-page">
            <a:extLst>
              <a:ext uri="{FF2B5EF4-FFF2-40B4-BE49-F238E27FC236}">
                <a16:creationId xmlns:a16="http://schemas.microsoft.com/office/drawing/2014/main" id="{2D7C4C63-9D5F-4EC3-8BA6-17E49233A109}"/>
              </a:ext>
            </a:extLst>
          </p:cNvPr>
          <p:cNvSpPr>
            <a:spLocks noGrp="1"/>
          </p:cNvSpPr>
          <p:nvPr/>
        </p:nvSpPr>
        <p:spPr>
          <a:xfrm>
            <a:off x="11430000" y="64960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75" b="0">
                <a:solidFill>
                  <a:srgbClr val="667085"/>
                </a:solidFill>
              </a:defRPr>
            </a:pPr>
            <a:r>
              <a:rPr sz="975" b="0">
                <a:solidFill>
                  <a:srgbClr val="667085"/>
                </a:solidFill>
              </a:rPr>
              <a:t>5</a:t>
            </a:r>
          </a:p>
        </p:txBody>
      </p:sp>
      <p:sp>
        <p:nvSpPr>
          <p:cNvPr id="5" name="ui-rec-browser">
            <a:extLst>
              <a:ext uri="{FF2B5EF4-FFF2-40B4-BE49-F238E27FC236}">
                <a16:creationId xmlns:a16="http://schemas.microsoft.com/office/drawing/2014/main" id="{DF053081-BD94-4BE9-B6FC-177D0B40BBED}"/>
              </a:ext>
            </a:extLst>
          </p:cNvPr>
          <p:cNvSpPr>
            <a:spLocks noGrp="1"/>
          </p:cNvSpPr>
          <p:nvPr/>
        </p:nvSpPr>
        <p:spPr>
          <a:xfrm>
            <a:off x="476250" y="1333500"/>
            <a:ext cx="11239500" cy="4762500"/>
          </a:xfrm>
          <a:prstGeom prst="roundRect">
            <a:avLst>
              <a:gd name="adj" fmla="val 1600"/>
            </a:avLst>
          </a:prstGeom>
          <a:solidFill>
            <a:srgbClr val="FAF8F5"/>
          </a:solidFill>
          <a:ln w="14288">
            <a:solidFill>
              <a:srgbClr val="C9CED6"/>
            </a:solidFill>
            <a:prstDash val="solid"/>
          </a:ln>
        </p:spPr>
      </p:sp>
      <p:sp>
        <p:nvSpPr>
          <p:cNvPr id="6" name="ui-rec-browserbar">
            <a:extLst>
              <a:ext uri="{FF2B5EF4-FFF2-40B4-BE49-F238E27FC236}">
                <a16:creationId xmlns:a16="http://schemas.microsoft.com/office/drawing/2014/main" id="{A4E2D6C3-EAE9-465D-A52B-F51975E9867F}"/>
              </a:ext>
            </a:extLst>
          </p:cNvPr>
          <p:cNvSpPr>
            <a:spLocks noGrp="1"/>
          </p:cNvSpPr>
          <p:nvPr/>
        </p:nvSpPr>
        <p:spPr>
          <a:xfrm>
            <a:off x="476250" y="1333500"/>
            <a:ext cx="11239500" cy="36195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7" name="ui-rec-dot0">
            <a:extLst>
              <a:ext uri="{FF2B5EF4-FFF2-40B4-BE49-F238E27FC236}">
                <a16:creationId xmlns:a16="http://schemas.microsoft.com/office/drawing/2014/main" id="{2B1E3E4D-661A-4CEA-B47C-A158700110D6}"/>
              </a:ext>
            </a:extLst>
          </p:cNvPr>
          <p:cNvSpPr>
            <a:spLocks noGrp="1"/>
          </p:cNvSpPr>
          <p:nvPr/>
        </p:nvSpPr>
        <p:spPr>
          <a:xfrm>
            <a:off x="628650" y="14573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 w="0">
            <a:solidFill>
              <a:srgbClr val="FF6B6B"/>
            </a:solidFill>
            <a:prstDash val="solid"/>
          </a:ln>
        </p:spPr>
      </p:sp>
      <p:sp>
        <p:nvSpPr>
          <p:cNvPr id="8" name="ui-rec-dot1">
            <a:extLst>
              <a:ext uri="{FF2B5EF4-FFF2-40B4-BE49-F238E27FC236}">
                <a16:creationId xmlns:a16="http://schemas.microsoft.com/office/drawing/2014/main" id="{F0562E5F-B527-41A7-866F-4CD40AD9BD43}"/>
              </a:ext>
            </a:extLst>
          </p:cNvPr>
          <p:cNvSpPr>
            <a:spLocks noGrp="1"/>
          </p:cNvSpPr>
          <p:nvPr/>
        </p:nvSpPr>
        <p:spPr>
          <a:xfrm>
            <a:off x="809625" y="14573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 w="0">
            <a:solidFill>
              <a:srgbClr val="FFD166"/>
            </a:solidFill>
            <a:prstDash val="solid"/>
          </a:ln>
        </p:spPr>
      </p:sp>
      <p:sp>
        <p:nvSpPr>
          <p:cNvPr id="9" name="ui-rec-dot2">
            <a:extLst>
              <a:ext uri="{FF2B5EF4-FFF2-40B4-BE49-F238E27FC236}">
                <a16:creationId xmlns:a16="http://schemas.microsoft.com/office/drawing/2014/main" id="{C3B1EAAB-C730-406E-9319-BB76CB0912C2}"/>
              </a:ext>
            </a:extLst>
          </p:cNvPr>
          <p:cNvSpPr>
            <a:spLocks noGrp="1"/>
          </p:cNvSpPr>
          <p:nvPr/>
        </p:nvSpPr>
        <p:spPr>
          <a:xfrm>
            <a:off x="990600" y="14573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55C27A"/>
          </a:solidFill>
          <a:ln w="0">
            <a:solidFill>
              <a:srgbClr val="55C27A"/>
            </a:solidFill>
            <a:prstDash val="solid"/>
          </a:ln>
        </p:spPr>
      </p:sp>
      <p:sp>
        <p:nvSpPr>
          <p:cNvPr id="10" name="ui-rec-url">
            <a:extLst>
              <a:ext uri="{FF2B5EF4-FFF2-40B4-BE49-F238E27FC236}">
                <a16:creationId xmlns:a16="http://schemas.microsoft.com/office/drawing/2014/main" id="{592B3030-9423-424E-B629-3F7369A63914}"/>
              </a:ext>
            </a:extLst>
          </p:cNvPr>
          <p:cNvSpPr>
            <a:spLocks noGrp="1"/>
          </p:cNvSpPr>
          <p:nvPr/>
        </p:nvSpPr>
        <p:spPr>
          <a:xfrm>
            <a:off x="1695450" y="1409700"/>
            <a:ext cx="8858250" cy="209550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0">
            <a:solidFill>
              <a:srgbClr val="F1F3F6"/>
            </a:solidFill>
            <a:prstDash val="solid"/>
          </a:ln>
        </p:spPr>
      </p:sp>
      <p:sp>
        <p:nvSpPr>
          <p:cNvPr id="11" name="ui-rec-urltext">
            <a:extLst>
              <a:ext uri="{FF2B5EF4-FFF2-40B4-BE49-F238E27FC236}">
                <a16:creationId xmlns:a16="http://schemas.microsoft.com/office/drawing/2014/main" id="{F2525EF8-B4DA-4B9F-B441-26FF9B280757}"/>
              </a:ext>
            </a:extLst>
          </p:cNvPr>
          <p:cNvSpPr>
            <a:spLocks noGrp="1"/>
          </p:cNvSpPr>
          <p:nvPr/>
        </p:nvSpPr>
        <p:spPr>
          <a:xfrm>
            <a:off x="1857375" y="1438275"/>
            <a:ext cx="852487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distribuidora-panamericana.com/carrito</a:t>
            </a:r>
          </a:p>
        </p:txBody>
      </p:sp>
      <p:sp>
        <p:nvSpPr>
          <p:cNvPr id="12" name="ui-rec-nav">
            <a:extLst>
              <a:ext uri="{FF2B5EF4-FFF2-40B4-BE49-F238E27FC236}">
                <a16:creationId xmlns:a16="http://schemas.microsoft.com/office/drawing/2014/main" id="{F9EDECB5-4314-4C36-AE34-3DBDF8372D55}"/>
              </a:ext>
            </a:extLst>
          </p:cNvPr>
          <p:cNvSpPr>
            <a:spLocks noGrp="1"/>
          </p:cNvSpPr>
          <p:nvPr/>
        </p:nvSpPr>
        <p:spPr>
          <a:xfrm>
            <a:off x="485775" y="1695450"/>
            <a:ext cx="11220450" cy="4381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A"/>
            </a:solidFill>
            <a:prstDash val="solid"/>
          </a:ln>
        </p:spPr>
      </p:sp>
      <p:sp>
        <p:nvSpPr>
          <p:cNvPr id="13" name="ui-rec-logo">
            <a:extLst>
              <a:ext uri="{FF2B5EF4-FFF2-40B4-BE49-F238E27FC236}">
                <a16:creationId xmlns:a16="http://schemas.microsoft.com/office/drawing/2014/main" id="{25F47CAB-EF20-4F28-B720-EEE6B4E377C4}"/>
              </a:ext>
            </a:extLst>
          </p:cNvPr>
          <p:cNvSpPr>
            <a:spLocks noGrp="1"/>
          </p:cNvSpPr>
          <p:nvPr/>
        </p:nvSpPr>
        <p:spPr>
          <a:xfrm>
            <a:off x="695325" y="1828800"/>
            <a:ext cx="14287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12356B"/>
                </a:solidFill>
              </a:defRPr>
            </a:pPr>
            <a:r>
              <a:rPr sz="975" b="1">
                <a:solidFill>
                  <a:srgbClr val="12356B"/>
                </a:solidFill>
              </a:rPr>
              <a:t>PANAMERICANA</a:t>
            </a:r>
          </a:p>
        </p:txBody>
      </p:sp>
      <p:sp>
        <p:nvSpPr>
          <p:cNvPr id="14" name="ui-rec-links">
            <a:extLst>
              <a:ext uri="{FF2B5EF4-FFF2-40B4-BE49-F238E27FC236}">
                <a16:creationId xmlns:a16="http://schemas.microsoft.com/office/drawing/2014/main" id="{B1423F1E-6EF5-4C2D-94BF-C544A974E6F3}"/>
              </a:ext>
            </a:extLst>
          </p:cNvPr>
          <p:cNvSpPr>
            <a:spLocks noGrp="1"/>
          </p:cNvSpPr>
          <p:nvPr/>
        </p:nvSpPr>
        <p:spPr>
          <a:xfrm>
            <a:off x="2533650" y="1828800"/>
            <a:ext cx="4286250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02124"/>
                </a:solidFill>
              </a:defRPr>
            </a:pPr>
            <a:r>
              <a:rPr sz="900" b="1">
                <a:solidFill>
                  <a:srgbClr val="202124"/>
                </a:solidFill>
              </a:rPr>
              <a:t>Catálogo     Productos     Ubicación     Contacto</a:t>
            </a:r>
          </a:p>
        </p:txBody>
      </p:sp>
      <p:sp>
        <p:nvSpPr>
          <p:cNvPr id="15" name="ui-rec-search">
            <a:extLst>
              <a:ext uri="{FF2B5EF4-FFF2-40B4-BE49-F238E27FC236}">
                <a16:creationId xmlns:a16="http://schemas.microsoft.com/office/drawing/2014/main" id="{D60CA345-C02A-46C7-AFF2-167DFD923C98}"/>
              </a:ext>
            </a:extLst>
          </p:cNvPr>
          <p:cNvSpPr>
            <a:spLocks noGrp="1"/>
          </p:cNvSpPr>
          <p:nvPr/>
        </p:nvSpPr>
        <p:spPr>
          <a:xfrm>
            <a:off x="8848725" y="1781175"/>
            <a:ext cx="1809750" cy="266700"/>
          </a:xfrm>
          <a:prstGeom prst="roundRect">
            <a:avLst>
              <a:gd name="adj" fmla="val 50000"/>
            </a:avLst>
          </a:prstGeom>
          <a:solidFill>
            <a:srgbClr val="F8EFE4"/>
          </a:solidFill>
          <a:ln w="9525">
            <a:solidFill>
              <a:srgbClr val="F1E3D3"/>
            </a:solidFill>
            <a:prstDash val="solid"/>
          </a:ln>
        </p:spPr>
      </p:sp>
      <p:sp>
        <p:nvSpPr>
          <p:cNvPr id="16" name="ui-rec-searcht">
            <a:extLst>
              <a:ext uri="{FF2B5EF4-FFF2-40B4-BE49-F238E27FC236}">
                <a16:creationId xmlns:a16="http://schemas.microsoft.com/office/drawing/2014/main" id="{89150A24-2CB2-46CA-A1C1-91871A0C6EE5}"/>
              </a:ext>
            </a:extLst>
          </p:cNvPr>
          <p:cNvSpPr>
            <a:spLocks noGrp="1"/>
          </p:cNvSpPr>
          <p:nvPr/>
        </p:nvSpPr>
        <p:spPr>
          <a:xfrm>
            <a:off x="8991600" y="1847850"/>
            <a:ext cx="1428750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750" b="0">
                <a:solidFill>
                  <a:srgbClr val="9B948B"/>
                </a:solidFill>
              </a:defRPr>
            </a:pPr>
            <a:r>
              <a:rPr sz="750" b="0">
                <a:solidFill>
                  <a:srgbClr val="9B948B"/>
                </a:solidFill>
              </a:rPr>
              <a:t>Buscar producto</a:t>
            </a:r>
          </a:p>
        </p:txBody>
      </p:sp>
      <p:sp>
        <p:nvSpPr>
          <p:cNvPr id="17" name="ui-rec-icons">
            <a:extLst>
              <a:ext uri="{FF2B5EF4-FFF2-40B4-BE49-F238E27FC236}">
                <a16:creationId xmlns:a16="http://schemas.microsoft.com/office/drawing/2014/main" id="{FCF2209C-939F-4B86-939F-A0DD0D23FED2}"/>
              </a:ext>
            </a:extLst>
          </p:cNvPr>
          <p:cNvSpPr>
            <a:spLocks noGrp="1"/>
          </p:cNvSpPr>
          <p:nvPr/>
        </p:nvSpPr>
        <p:spPr>
          <a:xfrm>
            <a:off x="10829925" y="1828800"/>
            <a:ext cx="762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☾   ▣   ♙</a:t>
            </a:r>
          </a:p>
        </p:txBody>
      </p:sp>
      <p:sp>
        <p:nvSpPr>
          <p:cNvPr id="18" name="ui-rec-heading">
            <a:extLst>
              <a:ext uri="{FF2B5EF4-FFF2-40B4-BE49-F238E27FC236}">
                <a16:creationId xmlns:a16="http://schemas.microsoft.com/office/drawing/2014/main" id="{C24DC391-58C2-439C-BF95-080A4817AE0F}"/>
              </a:ext>
            </a:extLst>
          </p:cNvPr>
          <p:cNvSpPr>
            <a:spLocks noGrp="1"/>
          </p:cNvSpPr>
          <p:nvPr/>
        </p:nvSpPr>
        <p:spPr>
          <a:xfrm>
            <a:off x="742950" y="2266950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202124"/>
                </a:solidFill>
              </a:defRPr>
            </a:pPr>
            <a:r>
              <a:rPr sz="1725" b="1">
                <a:solidFill>
                  <a:srgbClr val="202124"/>
                </a:solidFill>
              </a:rPr>
              <a:t>Tu Carrito de Compras</a:t>
            </a:r>
          </a:p>
        </p:txBody>
      </p:sp>
      <p:sp>
        <p:nvSpPr>
          <p:cNvPr id="19" name="ui-rec-item0">
            <a:extLst>
              <a:ext uri="{FF2B5EF4-FFF2-40B4-BE49-F238E27FC236}">
                <a16:creationId xmlns:a16="http://schemas.microsoft.com/office/drawing/2014/main" id="{15479076-1692-4A0E-995A-928C95FED7BC}"/>
              </a:ext>
            </a:extLst>
          </p:cNvPr>
          <p:cNvSpPr>
            <a:spLocks noGrp="1"/>
          </p:cNvSpPr>
          <p:nvPr/>
        </p:nvSpPr>
        <p:spPr>
          <a:xfrm>
            <a:off x="742950" y="2628900"/>
            <a:ext cx="63817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2DED7"/>
            </a:solidFill>
            <a:prstDash val="solid"/>
          </a:ln>
        </p:spPr>
      </p:sp>
      <p:sp>
        <p:nvSpPr>
          <p:cNvPr id="20" name="ui-rec-pic0">
            <a:extLst>
              <a:ext uri="{FF2B5EF4-FFF2-40B4-BE49-F238E27FC236}">
                <a16:creationId xmlns:a16="http://schemas.microsoft.com/office/drawing/2014/main" id="{7FE4C37D-C683-453C-ADAA-5EC3E1D6E1F7}"/>
              </a:ext>
            </a:extLst>
          </p:cNvPr>
          <p:cNvSpPr>
            <a:spLocks noGrp="1"/>
          </p:cNvSpPr>
          <p:nvPr/>
        </p:nvSpPr>
        <p:spPr>
          <a:xfrm>
            <a:off x="857250" y="2714625"/>
            <a:ext cx="438150" cy="419100"/>
          </a:xfrm>
          <a:prstGeom prst="roundRect">
            <a:avLst>
              <a:gd name="adj" fmla="val 4545"/>
            </a:avLst>
          </a:prstGeom>
          <a:solidFill>
            <a:srgbClr val="DDEBE2"/>
          </a:solidFill>
          <a:ln w="9525">
            <a:solidFill>
              <a:srgbClr val="D7D2CB"/>
            </a:solidFill>
            <a:prstDash val="solid"/>
          </a:ln>
        </p:spPr>
      </p:sp>
      <p:sp>
        <p:nvSpPr>
          <p:cNvPr id="21" name="ui-rec-picicon0">
            <a:extLst>
              <a:ext uri="{FF2B5EF4-FFF2-40B4-BE49-F238E27FC236}">
                <a16:creationId xmlns:a16="http://schemas.microsoft.com/office/drawing/2014/main" id="{3592FD6B-0401-48A3-A294-6AC6E040CBC2}"/>
              </a:ext>
            </a:extLst>
          </p:cNvPr>
          <p:cNvSpPr>
            <a:spLocks noGrp="1"/>
          </p:cNvSpPr>
          <p:nvPr/>
        </p:nvSpPr>
        <p:spPr>
          <a:xfrm>
            <a:off x="895350" y="2847975"/>
            <a:ext cx="361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1">
                <a:solidFill>
                  <a:srgbClr val="12356B"/>
                </a:solidFill>
              </a:defRPr>
            </a:pPr>
            <a:r>
              <a:rPr sz="750" b="1">
                <a:solidFill>
                  <a:srgbClr val="12356B"/>
                </a:solidFill>
              </a:rPr>
              <a:t>GEL</a:t>
            </a:r>
          </a:p>
        </p:txBody>
      </p:sp>
      <p:sp>
        <p:nvSpPr>
          <p:cNvPr id="22" name="ui-rec-itemname0">
            <a:extLst>
              <a:ext uri="{FF2B5EF4-FFF2-40B4-BE49-F238E27FC236}">
                <a16:creationId xmlns:a16="http://schemas.microsoft.com/office/drawing/2014/main" id="{52939428-EB4E-4E49-8AED-5BEF333D37E7}"/>
              </a:ext>
            </a:extLst>
          </p:cNvPr>
          <p:cNvSpPr>
            <a:spLocks noGrp="1"/>
          </p:cNvSpPr>
          <p:nvPr/>
        </p:nvSpPr>
        <p:spPr>
          <a:xfrm>
            <a:off x="1438275" y="2724150"/>
            <a:ext cx="37147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4x4 Gel para afeitar menta 485 ml</a:t>
            </a:r>
          </a:p>
        </p:txBody>
      </p:sp>
      <p:sp>
        <p:nvSpPr>
          <p:cNvPr id="23" name="ui-rec-qty0">
            <a:extLst>
              <a:ext uri="{FF2B5EF4-FFF2-40B4-BE49-F238E27FC236}">
                <a16:creationId xmlns:a16="http://schemas.microsoft.com/office/drawing/2014/main" id="{6A204973-5BC8-425F-BDB7-7632134C95BD}"/>
              </a:ext>
            </a:extLst>
          </p:cNvPr>
          <p:cNvSpPr>
            <a:spLocks noGrp="1"/>
          </p:cNvSpPr>
          <p:nvPr/>
        </p:nvSpPr>
        <p:spPr>
          <a:xfrm>
            <a:off x="1438275" y="2952750"/>
            <a:ext cx="1905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Cantidad: 3</a:t>
            </a:r>
          </a:p>
        </p:txBody>
      </p:sp>
      <p:sp>
        <p:nvSpPr>
          <p:cNvPr id="24" name="ui-rec-price0">
            <a:extLst>
              <a:ext uri="{FF2B5EF4-FFF2-40B4-BE49-F238E27FC236}">
                <a16:creationId xmlns:a16="http://schemas.microsoft.com/office/drawing/2014/main" id="{5BCC405B-D2ED-445F-A2EC-19CF649DC304}"/>
              </a:ext>
            </a:extLst>
          </p:cNvPr>
          <p:cNvSpPr>
            <a:spLocks noGrp="1"/>
          </p:cNvSpPr>
          <p:nvPr/>
        </p:nvSpPr>
        <p:spPr>
          <a:xfrm>
            <a:off x="6153150" y="2828925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$255</a:t>
            </a:r>
          </a:p>
        </p:txBody>
      </p:sp>
      <p:sp>
        <p:nvSpPr>
          <p:cNvPr id="25" name="ui-rec-item1">
            <a:extLst>
              <a:ext uri="{FF2B5EF4-FFF2-40B4-BE49-F238E27FC236}">
                <a16:creationId xmlns:a16="http://schemas.microsoft.com/office/drawing/2014/main" id="{757ED64C-DD95-4198-9536-0354B362D7A1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63817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E2DED7"/>
            </a:solidFill>
            <a:prstDash val="solid"/>
          </a:ln>
        </p:spPr>
      </p:sp>
      <p:sp>
        <p:nvSpPr>
          <p:cNvPr id="26" name="ui-rec-pic1">
            <a:extLst>
              <a:ext uri="{FF2B5EF4-FFF2-40B4-BE49-F238E27FC236}">
                <a16:creationId xmlns:a16="http://schemas.microsoft.com/office/drawing/2014/main" id="{0DFAFF99-CDBB-47BC-BD6F-BDE807C227FF}"/>
              </a:ext>
            </a:extLst>
          </p:cNvPr>
          <p:cNvSpPr>
            <a:spLocks noGrp="1"/>
          </p:cNvSpPr>
          <p:nvPr/>
        </p:nvSpPr>
        <p:spPr>
          <a:xfrm>
            <a:off x="857250" y="3400425"/>
            <a:ext cx="438150" cy="419100"/>
          </a:xfrm>
          <a:prstGeom prst="roundRect">
            <a:avLst>
              <a:gd name="adj" fmla="val 4545"/>
            </a:avLst>
          </a:prstGeom>
          <a:solidFill>
            <a:srgbClr val="ECE5DD"/>
          </a:solidFill>
          <a:ln w="9525">
            <a:solidFill>
              <a:srgbClr val="D7D2CB"/>
            </a:solidFill>
            <a:prstDash val="solid"/>
          </a:ln>
        </p:spPr>
      </p:sp>
      <p:sp>
        <p:nvSpPr>
          <p:cNvPr id="27" name="ui-rec-picicon1">
            <a:extLst>
              <a:ext uri="{FF2B5EF4-FFF2-40B4-BE49-F238E27FC236}">
                <a16:creationId xmlns:a16="http://schemas.microsoft.com/office/drawing/2014/main" id="{07D50C58-6077-4EBA-B32B-95E716ED262E}"/>
              </a:ext>
            </a:extLst>
          </p:cNvPr>
          <p:cNvSpPr>
            <a:spLocks noGrp="1"/>
          </p:cNvSpPr>
          <p:nvPr/>
        </p:nvSpPr>
        <p:spPr>
          <a:xfrm>
            <a:off x="895350" y="3533775"/>
            <a:ext cx="36195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750" b="1">
                <a:solidFill>
                  <a:srgbClr val="12356B"/>
                </a:solidFill>
              </a:defRPr>
            </a:pPr>
            <a:r>
              <a:rPr sz="750" b="1">
                <a:solidFill>
                  <a:srgbClr val="12356B"/>
                </a:solidFill>
              </a:rPr>
              <a:t>4×4</a:t>
            </a:r>
          </a:p>
        </p:txBody>
      </p:sp>
      <p:sp>
        <p:nvSpPr>
          <p:cNvPr id="28" name="ui-rec-itemname1">
            <a:extLst>
              <a:ext uri="{FF2B5EF4-FFF2-40B4-BE49-F238E27FC236}">
                <a16:creationId xmlns:a16="http://schemas.microsoft.com/office/drawing/2014/main" id="{DA50DFC1-B991-42E7-A132-3E38801D02E5}"/>
              </a:ext>
            </a:extLst>
          </p:cNvPr>
          <p:cNvSpPr>
            <a:spLocks noGrp="1"/>
          </p:cNvSpPr>
          <p:nvPr/>
        </p:nvSpPr>
        <p:spPr>
          <a:xfrm>
            <a:off x="1438275" y="3409950"/>
            <a:ext cx="371475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4x4 Papel cuello negro 5 pz</a:t>
            </a:r>
          </a:p>
        </p:txBody>
      </p:sp>
      <p:sp>
        <p:nvSpPr>
          <p:cNvPr id="29" name="ui-rec-qty1">
            <a:extLst>
              <a:ext uri="{FF2B5EF4-FFF2-40B4-BE49-F238E27FC236}">
                <a16:creationId xmlns:a16="http://schemas.microsoft.com/office/drawing/2014/main" id="{68F3EEAC-C838-490D-B9B9-F98A7769111E}"/>
              </a:ext>
            </a:extLst>
          </p:cNvPr>
          <p:cNvSpPr>
            <a:spLocks noGrp="1"/>
          </p:cNvSpPr>
          <p:nvPr/>
        </p:nvSpPr>
        <p:spPr>
          <a:xfrm>
            <a:off x="1438275" y="3638550"/>
            <a:ext cx="1905000" cy="161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Cantidad: 2</a:t>
            </a:r>
          </a:p>
        </p:txBody>
      </p:sp>
      <p:sp>
        <p:nvSpPr>
          <p:cNvPr id="30" name="ui-rec-price1">
            <a:extLst>
              <a:ext uri="{FF2B5EF4-FFF2-40B4-BE49-F238E27FC236}">
                <a16:creationId xmlns:a16="http://schemas.microsoft.com/office/drawing/2014/main" id="{FAA5D78D-4D04-43D2-9DDC-53909860F9A1}"/>
              </a:ext>
            </a:extLst>
          </p:cNvPr>
          <p:cNvSpPr>
            <a:spLocks noGrp="1"/>
          </p:cNvSpPr>
          <p:nvPr/>
        </p:nvSpPr>
        <p:spPr>
          <a:xfrm>
            <a:off x="6153150" y="3514725"/>
            <a:ext cx="762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202124"/>
                </a:solidFill>
              </a:defRPr>
            </a:pPr>
            <a:r>
              <a:rPr sz="1050" b="1">
                <a:solidFill>
                  <a:srgbClr val="202124"/>
                </a:solidFill>
              </a:rPr>
              <a:t>$300</a:t>
            </a:r>
          </a:p>
        </p:txBody>
      </p:sp>
      <p:sp>
        <p:nvSpPr>
          <p:cNvPr id="31" name="ui-rec-summary">
            <a:extLst>
              <a:ext uri="{FF2B5EF4-FFF2-40B4-BE49-F238E27FC236}">
                <a16:creationId xmlns:a16="http://schemas.microsoft.com/office/drawing/2014/main" id="{24CB56C1-6413-4091-8A4C-42C6AAB5D2D9}"/>
              </a:ext>
            </a:extLst>
          </p:cNvPr>
          <p:cNvSpPr>
            <a:spLocks noGrp="1"/>
          </p:cNvSpPr>
          <p:nvPr/>
        </p:nvSpPr>
        <p:spPr>
          <a:xfrm>
            <a:off x="7486650" y="2495550"/>
            <a:ext cx="39052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4288">
            <a:solidFill>
              <a:srgbClr val="E2DED7"/>
            </a:solidFill>
            <a:prstDash val="solid"/>
          </a:ln>
        </p:spPr>
      </p:sp>
      <p:sp>
        <p:nvSpPr>
          <p:cNvPr id="32" name="ui-rec-summarytitle">
            <a:extLst>
              <a:ext uri="{FF2B5EF4-FFF2-40B4-BE49-F238E27FC236}">
                <a16:creationId xmlns:a16="http://schemas.microsoft.com/office/drawing/2014/main" id="{3819C400-9945-45B3-B86E-B21977E34770}"/>
              </a:ext>
            </a:extLst>
          </p:cNvPr>
          <p:cNvSpPr>
            <a:spLocks noGrp="1"/>
          </p:cNvSpPr>
          <p:nvPr/>
        </p:nvSpPr>
        <p:spPr>
          <a:xfrm>
            <a:off x="7696200" y="2647950"/>
            <a:ext cx="2381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Resumen del Pedido</a:t>
            </a:r>
          </a:p>
        </p:txBody>
      </p:sp>
      <p:sp>
        <p:nvSpPr>
          <p:cNvPr id="33" name="ui-rec-summarylines">
            <a:extLst>
              <a:ext uri="{FF2B5EF4-FFF2-40B4-BE49-F238E27FC236}">
                <a16:creationId xmlns:a16="http://schemas.microsoft.com/office/drawing/2014/main" id="{049FE9CA-6D1D-4771-8D7A-E621197A4402}"/>
              </a:ext>
            </a:extLst>
          </p:cNvPr>
          <p:cNvSpPr>
            <a:spLocks noGrp="1"/>
          </p:cNvSpPr>
          <p:nvPr/>
        </p:nvSpPr>
        <p:spPr>
          <a:xfrm>
            <a:off x="7696200" y="2962275"/>
            <a:ext cx="1143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Subtotal</a:t>
            </a:r>
          </a:p>
          <a:p>
            <a:pPr algn="l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Envío</a:t>
            </a:r>
          </a:p>
          <a:p>
            <a:pPr algn="l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Total</a:t>
            </a:r>
          </a:p>
        </p:txBody>
      </p:sp>
      <p:sp>
        <p:nvSpPr>
          <p:cNvPr id="34" name="ui-rec-summaryvals">
            <a:extLst>
              <a:ext uri="{FF2B5EF4-FFF2-40B4-BE49-F238E27FC236}">
                <a16:creationId xmlns:a16="http://schemas.microsoft.com/office/drawing/2014/main" id="{FB7DC4A9-7C3E-4662-BB0F-B44ADA1A0A84}"/>
              </a:ext>
            </a:extLst>
          </p:cNvPr>
          <p:cNvSpPr>
            <a:spLocks noGrp="1"/>
          </p:cNvSpPr>
          <p:nvPr/>
        </p:nvSpPr>
        <p:spPr>
          <a:xfrm>
            <a:off x="10191750" y="2962275"/>
            <a:ext cx="904875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202124"/>
                </a:solidFill>
              </a:defRPr>
            </a:pPr>
            <a:r>
              <a:rPr sz="900" b="1">
                <a:solidFill>
                  <a:srgbClr val="202124"/>
                </a:solidFill>
              </a:rPr>
              <a:t>$555</a:t>
            </a:r>
          </a:p>
          <a:p>
            <a:pPr algn="r">
              <a:buNone/>
              <a:defRPr sz="900" b="1">
                <a:solidFill>
                  <a:srgbClr val="202124"/>
                </a:solidFill>
              </a:defRPr>
            </a:pPr>
            <a:r>
              <a:rPr sz="900" b="1">
                <a:solidFill>
                  <a:srgbClr val="202124"/>
                </a:solidFill>
              </a:rPr>
              <a:t>$0</a:t>
            </a:r>
          </a:p>
          <a:p>
            <a:pPr algn="r">
              <a:buNone/>
              <a:defRPr sz="900" b="1">
                <a:solidFill>
                  <a:srgbClr val="202124"/>
                </a:solidFill>
              </a:defRPr>
            </a:pPr>
            <a:r>
              <a:rPr sz="900" b="1">
                <a:solidFill>
                  <a:srgbClr val="202124"/>
                </a:solidFill>
              </a:rPr>
              <a:t>$555</a:t>
            </a:r>
          </a:p>
        </p:txBody>
      </p:sp>
      <p:sp>
        <p:nvSpPr>
          <p:cNvPr id="35" name="ui-rec-pay">
            <a:extLst>
              <a:ext uri="{FF2B5EF4-FFF2-40B4-BE49-F238E27FC236}">
                <a16:creationId xmlns:a16="http://schemas.microsoft.com/office/drawing/2014/main" id="{F8573692-38D3-4B78-997B-492A111CC333}"/>
              </a:ext>
            </a:extLst>
          </p:cNvPr>
          <p:cNvSpPr>
            <a:spLocks noGrp="1"/>
          </p:cNvSpPr>
          <p:nvPr/>
        </p:nvSpPr>
        <p:spPr>
          <a:xfrm>
            <a:off x="7696200" y="3476625"/>
            <a:ext cx="3390900" cy="266700"/>
          </a:xfrm>
          <a:prstGeom prst="roundRect">
            <a:avLst>
              <a:gd name="adj" fmla="val 21429"/>
            </a:avLst>
          </a:prstGeom>
          <a:solidFill>
            <a:srgbClr val="D4AF37"/>
          </a:solidFill>
          <a:ln w="0">
            <a:solidFill>
              <a:srgbClr val="D4AF37"/>
            </a:solidFill>
            <a:prstDash val="solid"/>
          </a:ln>
        </p:spPr>
      </p:sp>
      <p:sp>
        <p:nvSpPr>
          <p:cNvPr id="36" name="ui-rec-payt">
            <a:extLst>
              <a:ext uri="{FF2B5EF4-FFF2-40B4-BE49-F238E27FC236}">
                <a16:creationId xmlns:a16="http://schemas.microsoft.com/office/drawing/2014/main" id="{FF20DB83-6085-4553-8F85-99B0F2A42384}"/>
              </a:ext>
            </a:extLst>
          </p:cNvPr>
          <p:cNvSpPr>
            <a:spLocks noGrp="1"/>
          </p:cNvSpPr>
          <p:nvPr/>
        </p:nvSpPr>
        <p:spPr>
          <a:xfrm>
            <a:off x="7810500" y="3543300"/>
            <a:ext cx="31623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Continuar con el pedido</a:t>
            </a:r>
          </a:p>
        </p:txBody>
      </p:sp>
      <p:sp>
        <p:nvSpPr>
          <p:cNvPr id="37" name="ui-rec-reco">
            <a:extLst>
              <a:ext uri="{FF2B5EF4-FFF2-40B4-BE49-F238E27FC236}">
                <a16:creationId xmlns:a16="http://schemas.microsoft.com/office/drawing/2014/main" id="{B00CD0D5-3154-4517-ACC5-F363CC82FC83}"/>
              </a:ext>
            </a:extLst>
          </p:cNvPr>
          <p:cNvSpPr>
            <a:spLocks noGrp="1"/>
          </p:cNvSpPr>
          <p:nvPr/>
        </p:nvSpPr>
        <p:spPr>
          <a:xfrm>
            <a:off x="742950" y="3990975"/>
            <a:ext cx="10648950" cy="1733550"/>
          </a:xfrm>
          <a:prstGeom prst="roundRect">
            <a:avLst>
              <a:gd name="adj" fmla="val 4396"/>
            </a:avLst>
          </a:prstGeom>
          <a:solidFill>
            <a:srgbClr val="FFFDF8"/>
          </a:solidFill>
          <a:ln w="14288">
            <a:solidFill>
              <a:srgbClr val="D4AF37"/>
            </a:solidFill>
            <a:prstDash val="solid"/>
          </a:ln>
        </p:spPr>
      </p:sp>
      <p:sp>
        <p:nvSpPr>
          <p:cNvPr id="38" name="ui-rec-model">
            <a:extLst>
              <a:ext uri="{FF2B5EF4-FFF2-40B4-BE49-F238E27FC236}">
                <a16:creationId xmlns:a16="http://schemas.microsoft.com/office/drawing/2014/main" id="{3674FEE6-B2D7-42C5-8831-C006C7F55223}"/>
              </a:ext>
            </a:extLst>
          </p:cNvPr>
          <p:cNvSpPr>
            <a:spLocks noGrp="1"/>
          </p:cNvSpPr>
          <p:nvPr/>
        </p:nvSpPr>
        <p:spPr>
          <a:xfrm>
            <a:off x="914400" y="4143375"/>
            <a:ext cx="1924050" cy="238125"/>
          </a:xfrm>
          <a:prstGeom prst="roundRect">
            <a:avLst>
              <a:gd name="adj" fmla="val 50000"/>
            </a:avLst>
          </a:prstGeom>
          <a:solidFill>
            <a:srgbClr val="FFF7D6"/>
          </a:solidFill>
          <a:ln w="0">
            <a:solidFill>
              <a:srgbClr val="FFF7D6"/>
            </a:solidFill>
            <a:prstDash val="solid"/>
          </a:ln>
        </p:spPr>
      </p:sp>
      <p:sp>
        <p:nvSpPr>
          <p:cNvPr id="39" name="ui-rec-modelt">
            <a:extLst>
              <a:ext uri="{FF2B5EF4-FFF2-40B4-BE49-F238E27FC236}">
                <a16:creationId xmlns:a16="http://schemas.microsoft.com/office/drawing/2014/main" id="{2E614964-6ADD-436A-8B72-EDAF53DD1F4E}"/>
              </a:ext>
            </a:extLst>
          </p:cNvPr>
          <p:cNvSpPr>
            <a:spLocks noGrp="1"/>
          </p:cNvSpPr>
          <p:nvPr/>
        </p:nvSpPr>
        <p:spPr>
          <a:xfrm>
            <a:off x="942975" y="4191000"/>
            <a:ext cx="18669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8A6A00"/>
                </a:solidFill>
              </a:defRPr>
            </a:pPr>
            <a:r>
              <a:rPr sz="825" b="1">
                <a:solidFill>
                  <a:srgbClr val="8A6A00"/>
                </a:solidFill>
              </a:rPr>
              <a:t>RECOMENDACIÓN ITEM–ITEM</a:t>
            </a:r>
          </a:p>
        </p:txBody>
      </p:sp>
      <p:sp>
        <p:nvSpPr>
          <p:cNvPr id="40" name="ui-rec-recotitle">
            <a:extLst>
              <a:ext uri="{FF2B5EF4-FFF2-40B4-BE49-F238E27FC236}">
                <a16:creationId xmlns:a16="http://schemas.microsoft.com/office/drawing/2014/main" id="{4FAA0FAA-7317-4304-8A27-A070C1E0ED9C}"/>
              </a:ext>
            </a:extLst>
          </p:cNvPr>
          <p:cNvSpPr>
            <a:spLocks noGrp="1"/>
          </p:cNvSpPr>
          <p:nvPr/>
        </p:nvSpPr>
        <p:spPr>
          <a:xfrm>
            <a:off x="914400" y="4457700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>
                <a:solidFill>
                  <a:srgbClr val="202124"/>
                </a:solidFill>
              </a:defRPr>
            </a:pPr>
            <a:r>
              <a:rPr sz="1350" b="1">
                <a:solidFill>
                  <a:srgbClr val="202124"/>
                </a:solidFill>
              </a:rPr>
              <a:t>También te puede interesar</a:t>
            </a:r>
          </a:p>
        </p:txBody>
      </p:sp>
      <p:sp>
        <p:nvSpPr>
          <p:cNvPr id="41" name="ui-rec-recosub">
            <a:extLst>
              <a:ext uri="{FF2B5EF4-FFF2-40B4-BE49-F238E27FC236}">
                <a16:creationId xmlns:a16="http://schemas.microsoft.com/office/drawing/2014/main" id="{144EA3F7-BEDC-4ABD-9811-098F4CD94E1E}"/>
              </a:ext>
            </a:extLst>
          </p:cNvPr>
          <p:cNvSpPr>
            <a:spLocks noGrp="1"/>
          </p:cNvSpPr>
          <p:nvPr/>
        </p:nvSpPr>
        <p:spPr>
          <a:xfrm>
            <a:off x="914400" y="4695825"/>
            <a:ext cx="342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825" b="0">
                <a:solidFill>
                  <a:srgbClr val="667085"/>
                </a:solidFill>
              </a:defRPr>
            </a:pPr>
            <a:r>
              <a:rPr sz="825" b="0">
                <a:solidFill>
                  <a:srgbClr val="667085"/>
                </a:solidFill>
              </a:rPr>
              <a:t>Comprados frecuentemente junto con los productos de tu carrito</a:t>
            </a:r>
          </a:p>
        </p:txBody>
      </p:sp>
      <p:sp>
        <p:nvSpPr>
          <p:cNvPr id="42" name="ui-rec-card0">
            <a:extLst>
              <a:ext uri="{FF2B5EF4-FFF2-40B4-BE49-F238E27FC236}">
                <a16:creationId xmlns:a16="http://schemas.microsoft.com/office/drawing/2014/main" id="{0587E210-0B6A-43B4-881A-75EEDCB0F01B}"/>
              </a:ext>
            </a:extLst>
          </p:cNvPr>
          <p:cNvSpPr>
            <a:spLocks noGrp="1"/>
          </p:cNvSpPr>
          <p:nvPr/>
        </p:nvSpPr>
        <p:spPr>
          <a:xfrm>
            <a:off x="4476750" y="4181475"/>
            <a:ext cx="2038350" cy="1333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DED7"/>
            </a:solidFill>
            <a:prstDash val="solid"/>
          </a:ln>
        </p:spPr>
      </p:sp>
      <p:sp>
        <p:nvSpPr>
          <p:cNvPr id="43" name="ui-rec-cardpic0">
            <a:extLst>
              <a:ext uri="{FF2B5EF4-FFF2-40B4-BE49-F238E27FC236}">
                <a16:creationId xmlns:a16="http://schemas.microsoft.com/office/drawing/2014/main" id="{AB7FA086-C3A2-42D1-A592-CD47B04CC030}"/>
              </a:ext>
            </a:extLst>
          </p:cNvPr>
          <p:cNvSpPr>
            <a:spLocks noGrp="1"/>
          </p:cNvSpPr>
          <p:nvPr/>
        </p:nvSpPr>
        <p:spPr>
          <a:xfrm>
            <a:off x="4591050" y="4295775"/>
            <a:ext cx="552450" cy="552450"/>
          </a:xfrm>
          <a:prstGeom prst="roundRect">
            <a:avLst>
              <a:gd name="adj" fmla="val 3448"/>
            </a:avLst>
          </a:prstGeom>
          <a:solidFill>
            <a:srgbClr val="E5EFE8"/>
          </a:solidFill>
          <a:ln w="9525">
            <a:solidFill>
              <a:srgbClr val="DED9D2"/>
            </a:solidFill>
            <a:prstDash val="solid"/>
          </a:ln>
        </p:spPr>
      </p:sp>
      <p:sp>
        <p:nvSpPr>
          <p:cNvPr id="44" name="ui-rec-cardicon0">
            <a:extLst>
              <a:ext uri="{FF2B5EF4-FFF2-40B4-BE49-F238E27FC236}">
                <a16:creationId xmlns:a16="http://schemas.microsoft.com/office/drawing/2014/main" id="{192F8E73-2072-4641-AE66-7EF9B287257D}"/>
              </a:ext>
            </a:extLst>
          </p:cNvPr>
          <p:cNvSpPr>
            <a:spLocks noGrp="1"/>
          </p:cNvSpPr>
          <p:nvPr/>
        </p:nvSpPr>
        <p:spPr>
          <a:xfrm>
            <a:off x="4619625" y="4505325"/>
            <a:ext cx="495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75" b="1">
                <a:solidFill>
                  <a:srgbClr val="12356B"/>
                </a:solidFill>
              </a:defRPr>
            </a:pPr>
            <a:r>
              <a:rPr sz="675" b="1">
                <a:solidFill>
                  <a:srgbClr val="12356B"/>
                </a:solidFill>
              </a:rPr>
              <a:t>ACEITE</a:t>
            </a:r>
          </a:p>
        </p:txBody>
      </p:sp>
      <p:sp>
        <p:nvSpPr>
          <p:cNvPr id="45" name="ui-rec-cardname0">
            <a:extLst>
              <a:ext uri="{FF2B5EF4-FFF2-40B4-BE49-F238E27FC236}">
                <a16:creationId xmlns:a16="http://schemas.microsoft.com/office/drawing/2014/main" id="{CEC842AA-B3BC-4D6A-AC87-CC90FF31A635}"/>
              </a:ext>
            </a:extLst>
          </p:cNvPr>
          <p:cNvSpPr>
            <a:spLocks noGrp="1"/>
          </p:cNvSpPr>
          <p:nvPr/>
        </p:nvSpPr>
        <p:spPr>
          <a:xfrm>
            <a:off x="5257800" y="4314825"/>
            <a:ext cx="1123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02124"/>
                </a:solidFill>
              </a:defRPr>
            </a:pPr>
            <a:r>
              <a:rPr sz="900" b="1">
                <a:solidFill>
                  <a:srgbClr val="202124"/>
                </a:solidFill>
              </a:rPr>
              <a:t>Aceite para máquina</a:t>
            </a:r>
          </a:p>
        </p:txBody>
      </p:sp>
      <p:sp>
        <p:nvSpPr>
          <p:cNvPr id="46" name="ui-rec-cardprice0">
            <a:extLst>
              <a:ext uri="{FF2B5EF4-FFF2-40B4-BE49-F238E27FC236}">
                <a16:creationId xmlns:a16="http://schemas.microsoft.com/office/drawing/2014/main" id="{16A160B7-C106-4437-B94C-99836005F33A}"/>
              </a:ext>
            </a:extLst>
          </p:cNvPr>
          <p:cNvSpPr>
            <a:spLocks noGrp="1"/>
          </p:cNvSpPr>
          <p:nvPr/>
        </p:nvSpPr>
        <p:spPr>
          <a:xfrm>
            <a:off x="5257800" y="4686300"/>
            <a:ext cx="714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$95</a:t>
            </a:r>
          </a:p>
        </p:txBody>
      </p:sp>
      <p:sp>
        <p:nvSpPr>
          <p:cNvPr id="47" name="ui-rec-add0">
            <a:extLst>
              <a:ext uri="{FF2B5EF4-FFF2-40B4-BE49-F238E27FC236}">
                <a16:creationId xmlns:a16="http://schemas.microsoft.com/office/drawing/2014/main" id="{632717A0-5299-4F36-BE73-604077C159AB}"/>
              </a:ext>
            </a:extLst>
          </p:cNvPr>
          <p:cNvSpPr>
            <a:spLocks noGrp="1"/>
          </p:cNvSpPr>
          <p:nvPr/>
        </p:nvSpPr>
        <p:spPr>
          <a:xfrm>
            <a:off x="5257800" y="4981575"/>
            <a:ext cx="1066800" cy="266700"/>
          </a:xfrm>
          <a:prstGeom prst="roundRect">
            <a:avLst>
              <a:gd name="adj" fmla="val 21429"/>
            </a:avLst>
          </a:prstGeom>
          <a:solidFill>
            <a:srgbClr val="202124"/>
          </a:solidFill>
          <a:ln w="0">
            <a:solidFill>
              <a:srgbClr val="202124"/>
            </a:solidFill>
            <a:prstDash val="solid"/>
          </a:ln>
        </p:spPr>
      </p:sp>
      <p:sp>
        <p:nvSpPr>
          <p:cNvPr id="48" name="ui-rec-addt0">
            <a:extLst>
              <a:ext uri="{FF2B5EF4-FFF2-40B4-BE49-F238E27FC236}">
                <a16:creationId xmlns:a16="http://schemas.microsoft.com/office/drawing/2014/main" id="{ABD5CAC0-B208-4222-8E94-849062F8678E}"/>
              </a:ext>
            </a:extLst>
          </p:cNvPr>
          <p:cNvSpPr>
            <a:spLocks noGrp="1"/>
          </p:cNvSpPr>
          <p:nvPr/>
        </p:nvSpPr>
        <p:spPr>
          <a:xfrm>
            <a:off x="5305425" y="5048250"/>
            <a:ext cx="971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Agregar</a:t>
            </a:r>
          </a:p>
        </p:txBody>
      </p:sp>
      <p:sp>
        <p:nvSpPr>
          <p:cNvPr id="49" name="ui-rec-card1">
            <a:extLst>
              <a:ext uri="{FF2B5EF4-FFF2-40B4-BE49-F238E27FC236}">
                <a16:creationId xmlns:a16="http://schemas.microsoft.com/office/drawing/2014/main" id="{37432B39-50D1-4CCF-B1A0-7AB7D9E5600C}"/>
              </a:ext>
            </a:extLst>
          </p:cNvPr>
          <p:cNvSpPr>
            <a:spLocks noGrp="1"/>
          </p:cNvSpPr>
          <p:nvPr/>
        </p:nvSpPr>
        <p:spPr>
          <a:xfrm>
            <a:off x="6686550" y="4181475"/>
            <a:ext cx="2038350" cy="1333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DED7"/>
            </a:solidFill>
            <a:prstDash val="solid"/>
          </a:ln>
        </p:spPr>
      </p:sp>
      <p:sp>
        <p:nvSpPr>
          <p:cNvPr id="50" name="ui-rec-cardpic1">
            <a:extLst>
              <a:ext uri="{FF2B5EF4-FFF2-40B4-BE49-F238E27FC236}">
                <a16:creationId xmlns:a16="http://schemas.microsoft.com/office/drawing/2014/main" id="{72287EB1-B966-4F70-9935-36B59937CF29}"/>
              </a:ext>
            </a:extLst>
          </p:cNvPr>
          <p:cNvSpPr>
            <a:spLocks noGrp="1"/>
          </p:cNvSpPr>
          <p:nvPr/>
        </p:nvSpPr>
        <p:spPr>
          <a:xfrm>
            <a:off x="6800850" y="4295775"/>
            <a:ext cx="552450" cy="552450"/>
          </a:xfrm>
          <a:prstGeom prst="roundRect">
            <a:avLst>
              <a:gd name="adj" fmla="val 3448"/>
            </a:avLst>
          </a:prstGeom>
          <a:solidFill>
            <a:srgbClr val="E7EBF3"/>
          </a:solidFill>
          <a:ln w="9525">
            <a:solidFill>
              <a:srgbClr val="DED9D2"/>
            </a:solidFill>
            <a:prstDash val="solid"/>
          </a:ln>
        </p:spPr>
      </p:sp>
      <p:sp>
        <p:nvSpPr>
          <p:cNvPr id="51" name="ui-rec-cardicon1">
            <a:extLst>
              <a:ext uri="{FF2B5EF4-FFF2-40B4-BE49-F238E27FC236}">
                <a16:creationId xmlns:a16="http://schemas.microsoft.com/office/drawing/2014/main" id="{D2D67C4B-89FA-41C1-9240-EA304103CAC0}"/>
              </a:ext>
            </a:extLst>
          </p:cNvPr>
          <p:cNvSpPr>
            <a:spLocks noGrp="1"/>
          </p:cNvSpPr>
          <p:nvPr/>
        </p:nvSpPr>
        <p:spPr>
          <a:xfrm>
            <a:off x="6829425" y="4505325"/>
            <a:ext cx="495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75" b="1">
                <a:solidFill>
                  <a:srgbClr val="12356B"/>
                </a:solidFill>
              </a:defRPr>
            </a:pPr>
            <a:r>
              <a:rPr sz="675" b="1">
                <a:solidFill>
                  <a:srgbClr val="12356B"/>
                </a:solidFill>
              </a:rPr>
              <a:t>NAVAJA</a:t>
            </a:r>
          </a:p>
        </p:txBody>
      </p:sp>
      <p:sp>
        <p:nvSpPr>
          <p:cNvPr id="52" name="ui-rec-cardname1">
            <a:extLst>
              <a:ext uri="{FF2B5EF4-FFF2-40B4-BE49-F238E27FC236}">
                <a16:creationId xmlns:a16="http://schemas.microsoft.com/office/drawing/2014/main" id="{6808BCA6-ACCD-42C4-88D1-66AF3738E667}"/>
              </a:ext>
            </a:extLst>
          </p:cNvPr>
          <p:cNvSpPr>
            <a:spLocks noGrp="1"/>
          </p:cNvSpPr>
          <p:nvPr/>
        </p:nvSpPr>
        <p:spPr>
          <a:xfrm>
            <a:off x="7467600" y="4314825"/>
            <a:ext cx="1123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02124"/>
                </a:solidFill>
              </a:defRPr>
            </a:pPr>
            <a:r>
              <a:rPr sz="900" b="1">
                <a:solidFill>
                  <a:srgbClr val="202124"/>
                </a:solidFill>
              </a:rPr>
              <a:t>Navaja profesional</a:t>
            </a:r>
          </a:p>
        </p:txBody>
      </p:sp>
      <p:sp>
        <p:nvSpPr>
          <p:cNvPr id="53" name="ui-rec-cardprice1">
            <a:extLst>
              <a:ext uri="{FF2B5EF4-FFF2-40B4-BE49-F238E27FC236}">
                <a16:creationId xmlns:a16="http://schemas.microsoft.com/office/drawing/2014/main" id="{772EC303-736D-4A33-988E-F9A43E78CF61}"/>
              </a:ext>
            </a:extLst>
          </p:cNvPr>
          <p:cNvSpPr>
            <a:spLocks noGrp="1"/>
          </p:cNvSpPr>
          <p:nvPr/>
        </p:nvSpPr>
        <p:spPr>
          <a:xfrm>
            <a:off x="7467600" y="4686300"/>
            <a:ext cx="714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$210</a:t>
            </a:r>
          </a:p>
        </p:txBody>
      </p:sp>
      <p:sp>
        <p:nvSpPr>
          <p:cNvPr id="54" name="ui-rec-add1">
            <a:extLst>
              <a:ext uri="{FF2B5EF4-FFF2-40B4-BE49-F238E27FC236}">
                <a16:creationId xmlns:a16="http://schemas.microsoft.com/office/drawing/2014/main" id="{0B7089A0-5716-4D61-A7BA-D6A3117E90A1}"/>
              </a:ext>
            </a:extLst>
          </p:cNvPr>
          <p:cNvSpPr>
            <a:spLocks noGrp="1"/>
          </p:cNvSpPr>
          <p:nvPr/>
        </p:nvSpPr>
        <p:spPr>
          <a:xfrm>
            <a:off x="7467600" y="4981575"/>
            <a:ext cx="1066800" cy="266700"/>
          </a:xfrm>
          <a:prstGeom prst="roundRect">
            <a:avLst>
              <a:gd name="adj" fmla="val 21429"/>
            </a:avLst>
          </a:prstGeom>
          <a:solidFill>
            <a:srgbClr val="202124"/>
          </a:solidFill>
          <a:ln w="0">
            <a:solidFill>
              <a:srgbClr val="202124"/>
            </a:solidFill>
            <a:prstDash val="solid"/>
          </a:ln>
        </p:spPr>
      </p:sp>
      <p:sp>
        <p:nvSpPr>
          <p:cNvPr id="55" name="ui-rec-addt1">
            <a:extLst>
              <a:ext uri="{FF2B5EF4-FFF2-40B4-BE49-F238E27FC236}">
                <a16:creationId xmlns:a16="http://schemas.microsoft.com/office/drawing/2014/main" id="{66289469-D0B4-4F9F-A609-59A9BA99CBCA}"/>
              </a:ext>
            </a:extLst>
          </p:cNvPr>
          <p:cNvSpPr>
            <a:spLocks noGrp="1"/>
          </p:cNvSpPr>
          <p:nvPr/>
        </p:nvSpPr>
        <p:spPr>
          <a:xfrm>
            <a:off x="7515225" y="5048250"/>
            <a:ext cx="971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Agregar</a:t>
            </a:r>
          </a:p>
        </p:txBody>
      </p:sp>
      <p:sp>
        <p:nvSpPr>
          <p:cNvPr id="56" name="ui-rec-card2">
            <a:extLst>
              <a:ext uri="{FF2B5EF4-FFF2-40B4-BE49-F238E27FC236}">
                <a16:creationId xmlns:a16="http://schemas.microsoft.com/office/drawing/2014/main" id="{AF4C1ABA-897B-47D4-AD12-60F9E27180FD}"/>
              </a:ext>
            </a:extLst>
          </p:cNvPr>
          <p:cNvSpPr>
            <a:spLocks noGrp="1"/>
          </p:cNvSpPr>
          <p:nvPr/>
        </p:nvSpPr>
        <p:spPr>
          <a:xfrm>
            <a:off x="8896350" y="4181475"/>
            <a:ext cx="2038350" cy="1333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DED7"/>
            </a:solidFill>
            <a:prstDash val="solid"/>
          </a:ln>
        </p:spPr>
      </p:sp>
      <p:sp>
        <p:nvSpPr>
          <p:cNvPr id="57" name="ui-rec-cardpic2">
            <a:extLst>
              <a:ext uri="{FF2B5EF4-FFF2-40B4-BE49-F238E27FC236}">
                <a16:creationId xmlns:a16="http://schemas.microsoft.com/office/drawing/2014/main" id="{13722B8B-43CD-4AB5-89E4-B2C935F0B8CD}"/>
              </a:ext>
            </a:extLst>
          </p:cNvPr>
          <p:cNvSpPr>
            <a:spLocks noGrp="1"/>
          </p:cNvSpPr>
          <p:nvPr/>
        </p:nvSpPr>
        <p:spPr>
          <a:xfrm>
            <a:off x="9010650" y="4295775"/>
            <a:ext cx="552450" cy="552450"/>
          </a:xfrm>
          <a:prstGeom prst="roundRect">
            <a:avLst>
              <a:gd name="adj" fmla="val 3448"/>
            </a:avLst>
          </a:prstGeom>
          <a:solidFill>
            <a:srgbClr val="F3E8DD"/>
          </a:solidFill>
          <a:ln w="9525">
            <a:solidFill>
              <a:srgbClr val="DED9D2"/>
            </a:solidFill>
            <a:prstDash val="solid"/>
          </a:ln>
        </p:spPr>
      </p:sp>
      <p:sp>
        <p:nvSpPr>
          <p:cNvPr id="58" name="ui-rec-cardicon2">
            <a:extLst>
              <a:ext uri="{FF2B5EF4-FFF2-40B4-BE49-F238E27FC236}">
                <a16:creationId xmlns:a16="http://schemas.microsoft.com/office/drawing/2014/main" id="{A1FD57A8-4C2E-43C7-AAAA-4233A6B42A17}"/>
              </a:ext>
            </a:extLst>
          </p:cNvPr>
          <p:cNvSpPr>
            <a:spLocks noGrp="1"/>
          </p:cNvSpPr>
          <p:nvPr/>
        </p:nvSpPr>
        <p:spPr>
          <a:xfrm>
            <a:off x="9039225" y="4505325"/>
            <a:ext cx="495300" cy="133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675" b="1">
                <a:solidFill>
                  <a:srgbClr val="12356B"/>
                </a:solidFill>
              </a:defRPr>
            </a:pPr>
            <a:r>
              <a:rPr sz="675" b="1">
                <a:solidFill>
                  <a:srgbClr val="12356B"/>
                </a:solidFill>
              </a:rPr>
              <a:t>TALCO</a:t>
            </a:r>
          </a:p>
        </p:txBody>
      </p:sp>
      <p:sp>
        <p:nvSpPr>
          <p:cNvPr id="59" name="ui-rec-cardname2">
            <a:extLst>
              <a:ext uri="{FF2B5EF4-FFF2-40B4-BE49-F238E27FC236}">
                <a16:creationId xmlns:a16="http://schemas.microsoft.com/office/drawing/2014/main" id="{3D356E93-E1F2-4E42-974B-FFA47BB58F88}"/>
              </a:ext>
            </a:extLst>
          </p:cNvPr>
          <p:cNvSpPr>
            <a:spLocks noGrp="1"/>
          </p:cNvSpPr>
          <p:nvPr/>
        </p:nvSpPr>
        <p:spPr>
          <a:xfrm>
            <a:off x="9677400" y="4314825"/>
            <a:ext cx="1123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1">
                <a:solidFill>
                  <a:srgbClr val="202124"/>
                </a:solidFill>
              </a:defRPr>
            </a:pPr>
            <a:r>
              <a:rPr sz="900" b="1">
                <a:solidFill>
                  <a:srgbClr val="202124"/>
                </a:solidFill>
              </a:rPr>
              <a:t>Talco para barbería</a:t>
            </a:r>
          </a:p>
        </p:txBody>
      </p:sp>
      <p:sp>
        <p:nvSpPr>
          <p:cNvPr id="60" name="ui-rec-cardprice2">
            <a:extLst>
              <a:ext uri="{FF2B5EF4-FFF2-40B4-BE49-F238E27FC236}">
                <a16:creationId xmlns:a16="http://schemas.microsoft.com/office/drawing/2014/main" id="{FE96AC98-3B9B-41D5-A84E-CF97516A9956}"/>
              </a:ext>
            </a:extLst>
          </p:cNvPr>
          <p:cNvSpPr>
            <a:spLocks noGrp="1"/>
          </p:cNvSpPr>
          <p:nvPr/>
        </p:nvSpPr>
        <p:spPr>
          <a:xfrm>
            <a:off x="9677400" y="4686300"/>
            <a:ext cx="7143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202124"/>
                </a:solidFill>
              </a:defRPr>
            </a:pPr>
            <a:r>
              <a:rPr sz="975" b="1">
                <a:solidFill>
                  <a:srgbClr val="202124"/>
                </a:solidFill>
              </a:rPr>
              <a:t>$120</a:t>
            </a:r>
          </a:p>
        </p:txBody>
      </p:sp>
      <p:sp>
        <p:nvSpPr>
          <p:cNvPr id="61" name="ui-rec-add2">
            <a:extLst>
              <a:ext uri="{FF2B5EF4-FFF2-40B4-BE49-F238E27FC236}">
                <a16:creationId xmlns:a16="http://schemas.microsoft.com/office/drawing/2014/main" id="{25B22D84-2371-4EBC-92CD-AE4A5592EB93}"/>
              </a:ext>
            </a:extLst>
          </p:cNvPr>
          <p:cNvSpPr>
            <a:spLocks noGrp="1"/>
          </p:cNvSpPr>
          <p:nvPr/>
        </p:nvSpPr>
        <p:spPr>
          <a:xfrm>
            <a:off x="9677400" y="4981575"/>
            <a:ext cx="1066800" cy="266700"/>
          </a:xfrm>
          <a:prstGeom prst="roundRect">
            <a:avLst>
              <a:gd name="adj" fmla="val 21429"/>
            </a:avLst>
          </a:prstGeom>
          <a:solidFill>
            <a:srgbClr val="202124"/>
          </a:solidFill>
          <a:ln w="0">
            <a:solidFill>
              <a:srgbClr val="202124"/>
            </a:solidFill>
            <a:prstDash val="solid"/>
          </a:ln>
        </p:spPr>
      </p:sp>
      <p:sp>
        <p:nvSpPr>
          <p:cNvPr id="62" name="ui-rec-addt2">
            <a:extLst>
              <a:ext uri="{FF2B5EF4-FFF2-40B4-BE49-F238E27FC236}">
                <a16:creationId xmlns:a16="http://schemas.microsoft.com/office/drawing/2014/main" id="{D73D054A-E724-432F-B0B4-2B7DCD6F8663}"/>
              </a:ext>
            </a:extLst>
          </p:cNvPr>
          <p:cNvSpPr>
            <a:spLocks noGrp="1"/>
          </p:cNvSpPr>
          <p:nvPr/>
        </p:nvSpPr>
        <p:spPr>
          <a:xfrm>
            <a:off x="9725025" y="5048250"/>
            <a:ext cx="9715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Agregar</a:t>
            </a:r>
          </a:p>
        </p:txBody>
      </p:sp>
      <p:sp>
        <p:nvSpPr>
          <p:cNvPr id="63" name="ui-rec-note">
            <a:extLst>
              <a:ext uri="{FF2B5EF4-FFF2-40B4-BE49-F238E27FC236}">
                <a16:creationId xmlns:a16="http://schemas.microsoft.com/office/drawing/2014/main" id="{ABA23417-F4B1-40F8-95AA-86792E6307EE}"/>
              </a:ext>
            </a:extLst>
          </p:cNvPr>
          <p:cNvSpPr>
            <a:spLocks noGrp="1"/>
          </p:cNvSpPr>
          <p:nvPr/>
        </p:nvSpPr>
        <p:spPr>
          <a:xfrm>
            <a:off x="914400" y="5781675"/>
            <a:ext cx="10001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00" b="0">
                <a:solidFill>
                  <a:srgbClr val="667085"/>
                </a:solidFill>
              </a:defRPr>
            </a:pPr>
            <a:r>
              <a:rPr sz="900" b="0">
                <a:solidFill>
                  <a:srgbClr val="667085"/>
                </a:solidFill>
              </a:rPr>
              <a:t>Ubicación propuesta: debajo de los artículos del carrito · Salida del modelo: Top-N productos similares disponibles.</a:t>
            </a:r>
          </a:p>
        </p:txBody>
      </p:sp>
    </p:spTree>
    <p:extLst>
      <p:ext uri="{BB962C8B-B14F-4D97-AF65-F5344CB8AC3E}">
        <p14:creationId xmlns:p14="http://schemas.microsoft.com/office/powerpoint/2010/main" val="164437393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721</Words>
  <Application>Microsoft Office PowerPoint</Application>
  <DocSecurity>0</DocSecurity>
  <PresentationFormat>Panorámica</PresentationFormat>
  <Paragraphs>240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7" baseType="lpstr"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Oscar David De la Cruz Hernández</cp:lastModifiedBy>
  <cp:revision>1</cp:revision>
  <dcterms:created xsi:type="dcterms:W3CDTF">2026-07-22T21:13:48Z</dcterms:created>
  <dcterms:modified xsi:type="dcterms:W3CDTF">2026-07-22T21:32:30Z</dcterms:modified>
</cp:coreProperties>
</file>