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7377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7173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mpany">
            <a:extLst>
              <a:ext uri="{FF2B5EF4-FFF2-40B4-BE49-F238E27FC236}">
                <a16:creationId xmlns:a16="http://schemas.microsoft.com/office/drawing/2014/main" id="{7FF50296-E953-40D3-B781-59A9A581C3E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04C9F4-83FF-419A-8EE8-5FBD6FDCC659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5219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FD91BBFA-AA86-4434-91AB-FEC07EBF3014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5219700" cy="19050"/>
          </a:xfrm>
          <a:prstGeom prst="rect">
            <a:avLst/>
          </a:prstGeom>
          <a:solidFill>
            <a:srgbClr val="20252D"/>
          </a:solidFill>
          <a:ln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>
              <a:ext uri="{FF2B5EF4-FFF2-40B4-BE49-F238E27FC236}">
                <a16:creationId xmlns:a16="http://schemas.microsoft.com/office/drawing/2014/main" id="{4525A92F-2C4E-448E-8122-44A700D76803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4953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0252D"/>
                </a:solidFill>
              </a:defRPr>
            </a:pPr>
            <a:r>
              <a:rPr sz="1350">
                <a:solidFill>
                  <a:srgbClr val="20252D"/>
                </a:solidFill>
              </a:rPr>
              <a:t>La aplicación es una p</a:t>
            </a:r>
            <a:r>
              <a:rPr sz="1350" b="0">
                <a:solidFill>
                  <a:srgbClr val="20252D"/>
                </a:solidFill>
              </a:rPr>
              <a:t>lataforma web para administrar el catálogo, controlar existencias, registrar pedidos y consultar ventas. Integra productos, marcas, familias, usuarios, ofertas y métodos de entrega en una sola operación.</a:t>
            </a:r>
          </a:p>
        </p:txBody>
      </p:sp>
      <p:sp>
        <p:nvSpPr>
          <p:cNvPr id="5" name="scope">
            <a:extLst>
              <a:ext uri="{FF2B5EF4-FFF2-40B4-BE49-F238E27FC236}">
                <a16:creationId xmlns:a16="http://schemas.microsoft.com/office/drawing/2014/main" id="{00A74733-789C-4C0B-A574-F02956D7DD66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315DBF"/>
                </a:solidFill>
              </a:defRPr>
            </a:pPr>
            <a:r>
              <a:rPr sz="975" b="1">
                <a:solidFill>
                  <a:srgbClr val="315DBF"/>
                </a:solidFill>
              </a:rPr>
              <a:t>COLECCIONES PRINCIPALES: CATÁLOGO  ·  INVENTARIO  ·  PEDIDOS  ·  VENTAS</a:t>
            </a:r>
          </a:p>
        </p:txBody>
      </p:sp>
      <p:pic>
        <p:nvPicPr>
          <p:cNvPr id="17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156803"/>
            <a:ext cx="5734050" cy="3001344"/>
          </a:xfrm>
          <a:prstGeom prst="roundRect">
            <a:avLst>
              <a:gd name="adj" fmla="val 1449"/>
            </a:avLst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415B6DED-B94E-4747-B967-6E354AEEBCDE}"/>
              </a:ext>
            </a:extLst>
          </p:cNvPr>
          <p:cNvSpPr>
            <a:spLocks noGrp="1"/>
          </p:cNvSpPr>
          <p:nvPr/>
        </p:nvSpPr>
        <p:spPr>
          <a:xfrm>
            <a:off x="6000750" y="4762500"/>
            <a:ext cx="573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8" name="note">
            <a:extLst>
              <a:ext uri="{FF2B5EF4-FFF2-40B4-BE49-F238E27FC236}">
                <a16:creationId xmlns:a16="http://schemas.microsoft.com/office/drawing/2014/main" id="{656A97F5-12FA-4324-AE14-104EF03ABB83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Base para tres aplicaciones de analítica: anticipar, segmentar decisiones y personalizar la experiencia.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727DC9AF-F81C-46D2-83F6-681A1C53504C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264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ls-kicker">
            <a:extLst>
              <a:ext uri="{FF2B5EF4-FFF2-40B4-BE49-F238E27FC236}">
                <a16:creationId xmlns:a16="http://schemas.microsoft.com/office/drawing/2014/main" id="{6E79B9BF-0763-43F2-9515-02A04B80AC2A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>
              <a:ext uri="{FF2B5EF4-FFF2-40B4-BE49-F238E27FC236}">
                <a16:creationId xmlns:a16="http://schemas.microsoft.com/office/drawing/2014/main" id="{B46ECD44-2054-44FA-9C18-090E438517AA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2356B"/>
                </a:solidFill>
              </a:defRPr>
            </a:pPr>
            <a:r>
              <a:rPr sz="2625" b="1" dirty="0" err="1">
                <a:solidFill>
                  <a:srgbClr val="12356B"/>
                </a:solidFill>
              </a:rPr>
              <a:t>Predecir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qué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pedidos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tienen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riesgo</a:t>
            </a:r>
            <a:r>
              <a:rPr sz="2625" b="1" dirty="0">
                <a:solidFill>
                  <a:srgbClr val="12356B"/>
                </a:solidFill>
              </a:rPr>
              <a:t> de </a:t>
            </a:r>
            <a:r>
              <a:rPr sz="2625" b="1" dirty="0" err="1">
                <a:solidFill>
                  <a:srgbClr val="12356B"/>
                </a:solidFill>
              </a:rPr>
              <a:t>cancelación</a:t>
            </a:r>
            <a:endParaRPr sz="2625" b="1" dirty="0">
              <a:solidFill>
                <a:srgbClr val="12356B"/>
              </a:solidFill>
            </a:endParaRPr>
          </a:p>
        </p:txBody>
      </p:sp>
      <p:sp>
        <p:nvSpPr>
          <p:cNvPr id="3" name="cls-page">
            <a:extLst>
              <a:ext uri="{FF2B5EF4-FFF2-40B4-BE49-F238E27FC236}">
                <a16:creationId xmlns:a16="http://schemas.microsoft.com/office/drawing/2014/main" id="{66F30254-5C29-48DD-A2D8-506BF7A10CE0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sp>
        <p:nvSpPr>
          <p:cNvPr id="4" name="cls-database-panel">
            <a:extLst>
              <a:ext uri="{FF2B5EF4-FFF2-40B4-BE49-F238E27FC236}">
                <a16:creationId xmlns:a16="http://schemas.microsoft.com/office/drawing/2014/main" id="{27E30A9F-08E9-4071-A00B-F430FBE9F2BD}"/>
              </a:ext>
            </a:extLst>
          </p:cNvPr>
          <p:cNvSpPr>
            <a:spLocks noGrp="1"/>
          </p:cNvSpPr>
          <p:nvPr/>
        </p:nvSpPr>
        <p:spPr>
          <a:xfrm>
            <a:off x="323850" y="1074420"/>
            <a:ext cx="4762500" cy="48577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2F62C7"/>
            </a:solidFill>
            <a:prstDash val="solid"/>
          </a:ln>
        </p:spPr>
      </p:sp>
      <p:sp>
        <p:nvSpPr>
          <p:cNvPr id="5" name="cls-database-banner">
            <a:extLst>
              <a:ext uri="{FF2B5EF4-FFF2-40B4-BE49-F238E27FC236}">
                <a16:creationId xmlns:a16="http://schemas.microsoft.com/office/drawing/2014/main" id="{B458DD13-1AAF-4DB3-B06C-83CFD9AC7CFC}"/>
              </a:ext>
            </a:extLst>
          </p:cNvPr>
          <p:cNvSpPr>
            <a:spLocks noGrp="1"/>
          </p:cNvSpPr>
          <p:nvPr/>
        </p:nvSpPr>
        <p:spPr>
          <a:xfrm>
            <a:off x="1381125" y="11811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EAF1FC"/>
          </a:solidFill>
          <a:ln w="0">
            <a:solidFill>
              <a:srgbClr val="EAF1FC"/>
            </a:solidFill>
            <a:prstDash val="solid"/>
          </a:ln>
        </p:spPr>
      </p:sp>
      <p:sp>
        <p:nvSpPr>
          <p:cNvPr id="6" name="cls-database-banner-text">
            <a:extLst>
              <a:ext uri="{FF2B5EF4-FFF2-40B4-BE49-F238E27FC236}">
                <a16:creationId xmlns:a16="http://schemas.microsoft.com/office/drawing/2014/main" id="{18F5ACBA-A593-4A07-A9C3-16114277C4A8}"/>
              </a:ext>
            </a:extLst>
          </p:cNvPr>
          <p:cNvSpPr>
            <a:spLocks noGrp="1"/>
          </p:cNvSpPr>
          <p:nvPr/>
        </p:nvSpPr>
        <p:spPr>
          <a:xfrm>
            <a:off x="1476375" y="12668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cls-full-USUARIOS">
            <a:extLst>
              <a:ext uri="{FF2B5EF4-FFF2-40B4-BE49-F238E27FC236}">
                <a16:creationId xmlns:a16="http://schemas.microsoft.com/office/drawing/2014/main" id="{1C9DEDC5-00C6-463C-92D4-D8FAE5293C9A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85850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8" name="cls-full-head-USUARIOS">
            <a:extLst>
              <a:ext uri="{FF2B5EF4-FFF2-40B4-BE49-F238E27FC236}">
                <a16:creationId xmlns:a16="http://schemas.microsoft.com/office/drawing/2014/main" id="{50FD2969-8D5B-4A7B-9570-2C79133EB246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8585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9" name="cls-full-title-USUARIOS">
            <a:extLst>
              <a:ext uri="{FF2B5EF4-FFF2-40B4-BE49-F238E27FC236}">
                <a16:creationId xmlns:a16="http://schemas.microsoft.com/office/drawing/2014/main" id="{CB906B41-6677-43B4-AF62-E101F024A6EE}"/>
              </a:ext>
            </a:extLst>
          </p:cNvPr>
          <p:cNvSpPr>
            <a:spLocks noGrp="1"/>
          </p:cNvSpPr>
          <p:nvPr/>
        </p:nvSpPr>
        <p:spPr>
          <a:xfrm>
            <a:off x="542926" y="17335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cls-full-fields-USUARIOS-0">
            <a:extLst>
              <a:ext uri="{FF2B5EF4-FFF2-40B4-BE49-F238E27FC236}">
                <a16:creationId xmlns:a16="http://schemas.microsoft.com/office/drawing/2014/main" id="{34BF1F56-0F02-47C6-8015-A044C12FBEE9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nombre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ap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am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username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email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password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telefono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rol</a:t>
            </a:r>
            <a:endParaRPr lang="es-MX" sz="900" b="0" dirty="0">
              <a:solidFill>
                <a:srgbClr val="1F2937"/>
              </a:solidFill>
            </a:endParaRPr>
          </a:p>
          <a:p>
            <a:pPr>
              <a:defRPr sz="638" b="0">
                <a:solidFill>
                  <a:srgbClr val="1F2937"/>
                </a:solidFill>
              </a:defRPr>
            </a:pPr>
            <a:r>
              <a:rPr lang="es-MX" sz="900" dirty="0">
                <a:solidFill>
                  <a:srgbClr val="1F2937"/>
                </a:solidFill>
              </a:rPr>
              <a:t>direcciones[]</a:t>
            </a:r>
            <a:br>
              <a:rPr lang="es-MX" sz="900" dirty="0">
                <a:solidFill>
                  <a:srgbClr val="1F2937"/>
                </a:solidFill>
              </a:rPr>
            </a:br>
            <a:r>
              <a:rPr lang="es-MX" sz="900" b="0" dirty="0" err="1">
                <a:solidFill>
                  <a:srgbClr val="1F2937"/>
                </a:solidFill>
              </a:rPr>
              <a:t>activeTokens</a:t>
            </a:r>
            <a:r>
              <a:rPr lang="es-MX" sz="900" b="0" dirty="0">
                <a:solidFill>
                  <a:srgbClr val="1F2937"/>
                </a:solidFill>
              </a:rPr>
              <a:t>[]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3" name="cls-full-PEDIDOS">
            <a:extLst>
              <a:ext uri="{FF2B5EF4-FFF2-40B4-BE49-F238E27FC236}">
                <a16:creationId xmlns:a16="http://schemas.microsoft.com/office/drawing/2014/main" id="{B8BFBCE2-C8D1-40B3-9EF4-D8E86D4D4AEA}"/>
              </a:ext>
            </a:extLst>
          </p:cNvPr>
          <p:cNvSpPr>
            <a:spLocks noGrp="1"/>
          </p:cNvSpPr>
          <p:nvPr/>
        </p:nvSpPr>
        <p:spPr>
          <a:xfrm>
            <a:off x="2771776" y="1695450"/>
            <a:ext cx="1042988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4" name="cls-full-head-PEDIDOS">
            <a:extLst>
              <a:ext uri="{FF2B5EF4-FFF2-40B4-BE49-F238E27FC236}">
                <a16:creationId xmlns:a16="http://schemas.microsoft.com/office/drawing/2014/main" id="{13C024F6-6189-45CF-80F0-143A1ADEE15A}"/>
              </a:ext>
            </a:extLst>
          </p:cNvPr>
          <p:cNvSpPr>
            <a:spLocks noGrp="1"/>
          </p:cNvSpPr>
          <p:nvPr/>
        </p:nvSpPr>
        <p:spPr>
          <a:xfrm>
            <a:off x="2771776" y="1695450"/>
            <a:ext cx="1042988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15" name="cls-full-title-PEDIDOS">
            <a:extLst>
              <a:ext uri="{FF2B5EF4-FFF2-40B4-BE49-F238E27FC236}">
                <a16:creationId xmlns:a16="http://schemas.microsoft.com/office/drawing/2014/main" id="{FF107B0F-FA96-450E-B8CF-0D34691FDB6A}"/>
              </a:ext>
            </a:extLst>
          </p:cNvPr>
          <p:cNvSpPr>
            <a:spLocks noGrp="1"/>
          </p:cNvSpPr>
          <p:nvPr/>
        </p:nvSpPr>
        <p:spPr>
          <a:xfrm>
            <a:off x="2819400" y="17335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cls-full-fields-PEDIDOS-0">
            <a:extLst>
              <a:ext uri="{FF2B5EF4-FFF2-40B4-BE49-F238E27FC236}">
                <a16:creationId xmlns:a16="http://schemas.microsoft.com/office/drawing/2014/main" id="{591AE03D-9310-4310-9831-A2C88491E580}"/>
              </a:ext>
            </a:extLst>
          </p:cNvPr>
          <p:cNvSpPr>
            <a:spLocks noGrp="1"/>
          </p:cNvSpPr>
          <p:nvPr/>
        </p:nvSpPr>
        <p:spPr>
          <a:xfrm>
            <a:off x="2847975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usuario</a:t>
            </a:r>
            <a:r>
              <a:rPr sz="10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productos</a:t>
            </a:r>
            <a:r>
              <a:rPr sz="1000" b="0" dirty="0">
                <a:solidFill>
                  <a:srgbClr val="1F2937"/>
                </a:solidFill>
              </a:rPr>
              <a:t>[]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metodoPago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dirty="0">
                <a:solidFill>
                  <a:srgbClr val="1F2937"/>
                </a:solidFill>
              </a:rPr>
              <a:t>total</a:t>
            </a:r>
            <a:br>
              <a:rPr lang="es-MX" sz="1000" b="0" dirty="0">
                <a:solidFill>
                  <a:srgbClr val="1F2937"/>
                </a:solidFill>
              </a:rPr>
            </a:br>
            <a:r>
              <a:rPr lang="es-MX" sz="1000" b="0" dirty="0">
                <a:solidFill>
                  <a:srgbClr val="1F2937"/>
                </a:solidFill>
              </a:rPr>
              <a:t>estado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costoEnvio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inventarioReservado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>
                <a:solidFill>
                  <a:srgbClr val="1F2937"/>
                </a:solidFill>
              </a:rPr>
              <a:t>fecha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createdAt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updatedAt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7" name="cls-full-fields-PEDIDOS-1">
            <a:extLst>
              <a:ext uri="{FF2B5EF4-FFF2-40B4-BE49-F238E27FC236}">
                <a16:creationId xmlns:a16="http://schemas.microsoft.com/office/drawing/2014/main" id="{C5487021-4C21-4172-AC06-06B570233F84}"/>
              </a:ext>
            </a:extLst>
          </p:cNvPr>
          <p:cNvSpPr>
            <a:spLocks noGrp="1"/>
          </p:cNvSpPr>
          <p:nvPr/>
        </p:nvSpPr>
        <p:spPr>
          <a:xfrm>
            <a:off x="3843338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8" name="cls-full-divider-PEDIDOS-1">
            <a:extLst>
              <a:ext uri="{FF2B5EF4-FFF2-40B4-BE49-F238E27FC236}">
                <a16:creationId xmlns:a16="http://schemas.microsoft.com/office/drawing/2014/main" id="{ED44D450-66B1-4CB8-9C47-A34244429B66}"/>
              </a:ext>
            </a:extLst>
          </p:cNvPr>
          <p:cNvSpPr>
            <a:spLocks noGrp="1"/>
          </p:cNvSpPr>
          <p:nvPr/>
        </p:nvSpPr>
        <p:spPr>
          <a:xfrm>
            <a:off x="3805238" y="2019300"/>
            <a:ext cx="9525" cy="2200275"/>
          </a:xfrm>
          <a:prstGeom prst="rect">
            <a:avLst/>
          </a:prstGeom>
          <a:solidFill>
            <a:srgbClr val="AEB8C7"/>
          </a:solidFill>
          <a:ln w="0">
            <a:solidFill>
              <a:srgbClr val="AEB8C7"/>
            </a:solidFill>
            <a:prstDash val="solid"/>
          </a:ln>
        </p:spPr>
      </p:sp>
      <p:sp>
        <p:nvSpPr>
          <p:cNvPr id="19" name="cls-full-PRODUCTOS">
            <a:extLst>
              <a:ext uri="{FF2B5EF4-FFF2-40B4-BE49-F238E27FC236}">
                <a16:creationId xmlns:a16="http://schemas.microsoft.com/office/drawing/2014/main" id="{31C13D62-5438-4399-9407-355BD224D57D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13335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20" name="cls-full-head-PRODUCTOS">
            <a:extLst>
              <a:ext uri="{FF2B5EF4-FFF2-40B4-BE49-F238E27FC236}">
                <a16:creationId xmlns:a16="http://schemas.microsoft.com/office/drawing/2014/main" id="{D7788020-049F-40D1-9FA5-563490AE410D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21" name="cls-full-title-PRODUCTOS">
            <a:extLst>
              <a:ext uri="{FF2B5EF4-FFF2-40B4-BE49-F238E27FC236}">
                <a16:creationId xmlns:a16="http://schemas.microsoft.com/office/drawing/2014/main" id="{795B8033-198B-4504-B84F-E0BAE36C413C}"/>
              </a:ext>
            </a:extLst>
          </p:cNvPr>
          <p:cNvSpPr>
            <a:spLocks noGrp="1"/>
          </p:cNvSpPr>
          <p:nvPr/>
        </p:nvSpPr>
        <p:spPr>
          <a:xfrm>
            <a:off x="828675" y="441960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cls-full-fields-PRODUCTOS-0">
            <a:extLst>
              <a:ext uri="{FF2B5EF4-FFF2-40B4-BE49-F238E27FC236}">
                <a16:creationId xmlns:a16="http://schemas.microsoft.com/office/drawing/2014/main" id="{A18D83D7-AA91-4257-867A-C5D3E1817772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nombre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descripcion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precioNormal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skuNormal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precioMayoreo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skuMayoreo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precioCaja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skuCaja</a:t>
            </a:r>
            <a:endParaRPr sz="700" b="0" dirty="0">
              <a:solidFill>
                <a:srgbClr val="1F2937"/>
              </a:solidFill>
            </a:endParaRPr>
          </a:p>
        </p:txBody>
      </p:sp>
      <p:sp>
        <p:nvSpPr>
          <p:cNvPr id="23" name="cls-full-fields-PRODUCTOS-1">
            <a:extLst>
              <a:ext uri="{FF2B5EF4-FFF2-40B4-BE49-F238E27FC236}">
                <a16:creationId xmlns:a16="http://schemas.microsoft.com/office/drawing/2014/main" id="{3EEE6736-0854-4056-BBB8-0A0C68DDE719}"/>
              </a:ext>
            </a:extLst>
          </p:cNvPr>
          <p:cNvSpPr>
            <a:spLocks noGrp="1"/>
          </p:cNvSpPr>
          <p:nvPr/>
        </p:nvSpPr>
        <p:spPr>
          <a:xfrm>
            <a:off x="270510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>
                <a:solidFill>
                  <a:srgbClr val="1F2937"/>
                </a:solidFill>
              </a:rPr>
              <a:t>stock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marca</a:t>
            </a:r>
            <a:r>
              <a:rPr sz="7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familia</a:t>
            </a:r>
            <a:r>
              <a:rPr sz="7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activo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imagenUrl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createdAt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 err="1">
                <a:solidFill>
                  <a:srgbClr val="1F2937"/>
                </a:solidFill>
              </a:rPr>
              <a:t>updatedAt</a:t>
            </a:r>
            <a:endParaRPr sz="7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700" b="0" dirty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cls-full-divider-PRODUCTOS-1">
            <a:extLst>
              <a:ext uri="{FF2B5EF4-FFF2-40B4-BE49-F238E27FC236}">
                <a16:creationId xmlns:a16="http://schemas.microsoft.com/office/drawing/2014/main" id="{E4D66D5E-2D38-40EE-B1EE-8BDAAF2375DC}"/>
              </a:ext>
            </a:extLst>
          </p:cNvPr>
          <p:cNvSpPr>
            <a:spLocks noGrp="1"/>
          </p:cNvSpPr>
          <p:nvPr/>
        </p:nvSpPr>
        <p:spPr>
          <a:xfrm>
            <a:off x="2667000" y="4705350"/>
            <a:ext cx="9525" cy="885825"/>
          </a:xfrm>
          <a:prstGeom prst="rect">
            <a:avLst/>
          </a:prstGeom>
          <a:solidFill>
            <a:srgbClr val="AEB8C7"/>
          </a:solidFill>
          <a:ln w="0">
            <a:solidFill>
              <a:srgbClr val="AEB8C7"/>
            </a:solidFill>
            <a:prstDash val="solid"/>
          </a:ln>
        </p:spPr>
      </p:sp>
      <p:sp>
        <p:nvSpPr>
          <p:cNvPr id="27" name="cls-flow-arrow">
            <a:extLst>
              <a:ext uri="{FF2B5EF4-FFF2-40B4-BE49-F238E27FC236}">
                <a16:creationId xmlns:a16="http://schemas.microsoft.com/office/drawing/2014/main" id="{52E9ABA1-6F50-4C3C-9552-E1F8626E4C2A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800100" cy="552450"/>
          </a:xfrm>
          <a:prstGeom prst="rightArrow">
            <a:avLst/>
          </a:prstGeom>
          <a:solidFill>
            <a:srgbClr val="2F62C7"/>
          </a:solidFill>
          <a:ln w="9525">
            <a:solidFill>
              <a:srgbClr val="2F62C7"/>
            </a:solidFill>
            <a:prstDash val="solid"/>
          </a:ln>
        </p:spPr>
      </p:sp>
      <p:sp>
        <p:nvSpPr>
          <p:cNvPr id="28" name="cls-flow-caption">
            <a:extLst>
              <a:ext uri="{FF2B5EF4-FFF2-40B4-BE49-F238E27FC236}">
                <a16:creationId xmlns:a16="http://schemas.microsoft.com/office/drawing/2014/main" id="{AD1471B3-F48A-4B68-875C-D158BC85F170}"/>
              </a:ext>
            </a:extLst>
          </p:cNvPr>
          <p:cNvSpPr>
            <a:spLocks noGrp="1"/>
          </p:cNvSpPr>
          <p:nvPr/>
        </p:nvSpPr>
        <p:spPr>
          <a:xfrm>
            <a:off x="5124450" y="3524250"/>
            <a:ext cx="1000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cls-dataset-panel">
            <a:extLst>
              <a:ext uri="{FF2B5EF4-FFF2-40B4-BE49-F238E27FC236}">
                <a16:creationId xmlns:a16="http://schemas.microsoft.com/office/drawing/2014/main" id="{BDAC6638-32D3-499B-A66A-0F7D7A627A74}"/>
              </a:ext>
            </a:extLst>
          </p:cNvPr>
          <p:cNvSpPr>
            <a:spLocks noGrp="1"/>
          </p:cNvSpPr>
          <p:nvPr/>
        </p:nvSpPr>
        <p:spPr>
          <a:xfrm>
            <a:off x="6257925" y="1095375"/>
            <a:ext cx="5667375" cy="485775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9050">
            <a:solidFill>
              <a:srgbClr val="27643A"/>
            </a:solidFill>
            <a:prstDash val="solid"/>
          </a:ln>
        </p:spPr>
      </p:sp>
      <p:sp>
        <p:nvSpPr>
          <p:cNvPr id="30" name="cls-dataset-banner">
            <a:extLst>
              <a:ext uri="{FF2B5EF4-FFF2-40B4-BE49-F238E27FC236}">
                <a16:creationId xmlns:a16="http://schemas.microsoft.com/office/drawing/2014/main" id="{4C47FEF6-6DE3-471C-80E3-E9CF12CC6CF2}"/>
              </a:ext>
            </a:extLst>
          </p:cNvPr>
          <p:cNvSpPr>
            <a:spLocks noGrp="1"/>
          </p:cNvSpPr>
          <p:nvPr/>
        </p:nvSpPr>
        <p:spPr>
          <a:xfrm>
            <a:off x="7715250" y="1181100"/>
            <a:ext cx="2619375" cy="400050"/>
          </a:xfrm>
          <a:prstGeom prst="roundRect">
            <a:avLst>
              <a:gd name="adj" fmla="val 14286"/>
            </a:avLst>
          </a:prstGeom>
          <a:solidFill>
            <a:srgbClr val="EAF5EC"/>
          </a:solidFill>
          <a:ln w="0">
            <a:solidFill>
              <a:srgbClr val="EAF5EC"/>
            </a:solidFill>
            <a:prstDash val="solid"/>
          </a:ln>
        </p:spPr>
      </p:sp>
      <p:sp>
        <p:nvSpPr>
          <p:cNvPr id="31" name="cls-dataset-banner-text">
            <a:extLst>
              <a:ext uri="{FF2B5EF4-FFF2-40B4-BE49-F238E27FC236}">
                <a16:creationId xmlns:a16="http://schemas.microsoft.com/office/drawing/2014/main" id="{5003448C-145D-4321-8918-5A3BF4EEF23A}"/>
              </a:ext>
            </a:extLst>
          </p:cNvPr>
          <p:cNvSpPr>
            <a:spLocks noGrp="1"/>
          </p:cNvSpPr>
          <p:nvPr/>
        </p:nvSpPr>
        <p:spPr>
          <a:xfrm>
            <a:off x="7810500" y="1266825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/ DATAFRAME</a:t>
            </a:r>
          </a:p>
        </p:txBody>
      </p:sp>
      <p:sp>
        <p:nvSpPr>
          <p:cNvPr id="32" name="cls-x-label">
            <a:extLst>
              <a:ext uri="{FF2B5EF4-FFF2-40B4-BE49-F238E27FC236}">
                <a16:creationId xmlns:a16="http://schemas.microsoft.com/office/drawing/2014/main" id="{CCBDBE87-9F18-41B5-BD36-AC0256CF31D6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3857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Variables X</a:t>
            </a:r>
          </a:p>
        </p:txBody>
      </p:sp>
      <p:sp>
        <p:nvSpPr>
          <p:cNvPr id="33" name="cls-y-label">
            <a:extLst>
              <a:ext uri="{FF2B5EF4-FFF2-40B4-BE49-F238E27FC236}">
                <a16:creationId xmlns:a16="http://schemas.microsoft.com/office/drawing/2014/main" id="{87BC57FE-2180-4A86-8986-A02E13628835}"/>
              </a:ext>
            </a:extLst>
          </p:cNvPr>
          <p:cNvSpPr>
            <a:spLocks noGrp="1"/>
          </p:cNvSpPr>
          <p:nvPr/>
        </p:nvSpPr>
        <p:spPr>
          <a:xfrm>
            <a:off x="10334625" y="16954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62318A"/>
                </a:solidFill>
              </a:defRPr>
            </a:pPr>
            <a:r>
              <a:rPr sz="1200" b="1">
                <a:solidFill>
                  <a:srgbClr val="62318A"/>
                </a:solidFill>
              </a:rPr>
              <a:t>Variable Y</a:t>
            </a:r>
          </a:p>
        </p:txBody>
      </p:sp>
      <p:sp>
        <p:nvSpPr>
          <p:cNvPr id="34" name="cls-table-header-0">
            <a:extLst>
              <a:ext uri="{FF2B5EF4-FFF2-40B4-BE49-F238E27FC236}">
                <a16:creationId xmlns:a16="http://schemas.microsoft.com/office/drawing/2014/main" id="{F994244C-345C-4091-BEB9-8B694A462541}"/>
              </a:ext>
            </a:extLst>
          </p:cNvPr>
          <p:cNvSpPr>
            <a:spLocks noGrp="1"/>
          </p:cNvSpPr>
          <p:nvPr/>
        </p:nvSpPr>
        <p:spPr>
          <a:xfrm>
            <a:off x="7315200" y="2042160"/>
            <a:ext cx="7048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5" name="cls-table-header-text-0">
            <a:extLst>
              <a:ext uri="{FF2B5EF4-FFF2-40B4-BE49-F238E27FC236}">
                <a16:creationId xmlns:a16="http://schemas.microsoft.com/office/drawing/2014/main" id="{5AC0DE4A-C2BF-447B-B8F2-29BE0131E1A6}"/>
              </a:ext>
            </a:extLst>
          </p:cNvPr>
          <p:cNvSpPr>
            <a:spLocks noGrp="1"/>
          </p:cNvSpPr>
          <p:nvPr/>
        </p:nvSpPr>
        <p:spPr>
          <a:xfrm>
            <a:off x="7353300" y="209931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00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6" name="cls-table-header-1">
            <a:extLst>
              <a:ext uri="{FF2B5EF4-FFF2-40B4-BE49-F238E27FC236}">
                <a16:creationId xmlns:a16="http://schemas.microsoft.com/office/drawing/2014/main" id="{A99D0BE5-BB8C-4F4F-92D7-8BAAD10C2DB0}"/>
              </a:ext>
            </a:extLst>
          </p:cNvPr>
          <p:cNvSpPr>
            <a:spLocks noGrp="1"/>
          </p:cNvSpPr>
          <p:nvPr/>
        </p:nvSpPr>
        <p:spPr>
          <a:xfrm>
            <a:off x="8020050" y="2042160"/>
            <a:ext cx="7239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7" name="cls-table-header-text-1">
            <a:extLst>
              <a:ext uri="{FF2B5EF4-FFF2-40B4-BE49-F238E27FC236}">
                <a16:creationId xmlns:a16="http://schemas.microsoft.com/office/drawing/2014/main" id="{86FE4212-B5BC-482F-9DD2-B6EB9969DEC8}"/>
              </a:ext>
            </a:extLst>
          </p:cNvPr>
          <p:cNvSpPr>
            <a:spLocks noGrp="1"/>
          </p:cNvSpPr>
          <p:nvPr/>
        </p:nvSpPr>
        <p:spPr>
          <a:xfrm>
            <a:off x="8058150" y="209931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00" b="1" dirty="0">
                <a:solidFill>
                  <a:srgbClr val="27643A"/>
                </a:solidFill>
              </a:rPr>
              <a:t>p</a:t>
            </a:r>
            <a:r>
              <a:rPr lang="es-MX" sz="1100" b="1" dirty="0" err="1">
                <a:solidFill>
                  <a:srgbClr val="27643A"/>
                </a:solidFill>
              </a:rPr>
              <a:t>edi</a:t>
            </a:r>
            <a:endParaRPr sz="1100" b="1" dirty="0">
              <a:solidFill>
                <a:srgbClr val="27643A"/>
              </a:solidFill>
            </a:endParaRPr>
          </a:p>
        </p:txBody>
      </p:sp>
      <p:sp>
        <p:nvSpPr>
          <p:cNvPr id="38" name="cls-table-header-2">
            <a:extLst>
              <a:ext uri="{FF2B5EF4-FFF2-40B4-BE49-F238E27FC236}">
                <a16:creationId xmlns:a16="http://schemas.microsoft.com/office/drawing/2014/main" id="{680FF7A4-AEF2-4BF7-AD0B-C671460DFFA3}"/>
              </a:ext>
            </a:extLst>
          </p:cNvPr>
          <p:cNvSpPr>
            <a:spLocks noGrp="1"/>
          </p:cNvSpPr>
          <p:nvPr/>
        </p:nvSpPr>
        <p:spPr>
          <a:xfrm>
            <a:off x="8743950" y="2042160"/>
            <a:ext cx="5524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9" name="cls-table-header-text-2">
            <a:extLst>
              <a:ext uri="{FF2B5EF4-FFF2-40B4-BE49-F238E27FC236}">
                <a16:creationId xmlns:a16="http://schemas.microsoft.com/office/drawing/2014/main" id="{92E7904B-82BB-49B9-B1C7-3AFC370AB31C}"/>
              </a:ext>
            </a:extLst>
          </p:cNvPr>
          <p:cNvSpPr>
            <a:spLocks noGrp="1"/>
          </p:cNvSpPr>
          <p:nvPr/>
        </p:nvSpPr>
        <p:spPr>
          <a:xfrm>
            <a:off x="8782050" y="209931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00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2" name="cls-table-header-4">
            <a:extLst>
              <a:ext uri="{FF2B5EF4-FFF2-40B4-BE49-F238E27FC236}">
                <a16:creationId xmlns:a16="http://schemas.microsoft.com/office/drawing/2014/main" id="{C051D039-7B99-4C03-8E46-24A2C97A5A02}"/>
              </a:ext>
            </a:extLst>
          </p:cNvPr>
          <p:cNvSpPr>
            <a:spLocks noGrp="1"/>
          </p:cNvSpPr>
          <p:nvPr/>
        </p:nvSpPr>
        <p:spPr>
          <a:xfrm>
            <a:off x="9286875" y="2042160"/>
            <a:ext cx="6096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3" name="cls-table-header-text-4">
            <a:extLst>
              <a:ext uri="{FF2B5EF4-FFF2-40B4-BE49-F238E27FC236}">
                <a16:creationId xmlns:a16="http://schemas.microsoft.com/office/drawing/2014/main" id="{1D033EE2-E033-4430-9EE4-36B0E1E8CA17}"/>
              </a:ext>
            </a:extLst>
          </p:cNvPr>
          <p:cNvSpPr>
            <a:spLocks noGrp="1"/>
          </p:cNvSpPr>
          <p:nvPr/>
        </p:nvSpPr>
        <p:spPr>
          <a:xfrm>
            <a:off x="9324975" y="209931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00" b="1">
                <a:solidFill>
                  <a:srgbClr val="27643A"/>
                </a:solidFill>
              </a:rPr>
              <a:t>total</a:t>
            </a:r>
          </a:p>
        </p:txBody>
      </p:sp>
      <p:sp>
        <p:nvSpPr>
          <p:cNvPr id="44" name="cls-table-header-5">
            <a:extLst>
              <a:ext uri="{FF2B5EF4-FFF2-40B4-BE49-F238E27FC236}">
                <a16:creationId xmlns:a16="http://schemas.microsoft.com/office/drawing/2014/main" id="{D052822B-ED47-4ECE-BFFB-61C0EFFB4C10}"/>
              </a:ext>
            </a:extLst>
          </p:cNvPr>
          <p:cNvSpPr>
            <a:spLocks noGrp="1"/>
          </p:cNvSpPr>
          <p:nvPr/>
        </p:nvSpPr>
        <p:spPr>
          <a:xfrm>
            <a:off x="9896475" y="2042160"/>
            <a:ext cx="8001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5" name="cls-table-header-text-5">
            <a:extLst>
              <a:ext uri="{FF2B5EF4-FFF2-40B4-BE49-F238E27FC236}">
                <a16:creationId xmlns:a16="http://schemas.microsoft.com/office/drawing/2014/main" id="{288EBFA4-5D77-4A48-BB17-7E45FF5EB639}"/>
              </a:ext>
            </a:extLst>
          </p:cNvPr>
          <p:cNvSpPr>
            <a:spLocks noGrp="1"/>
          </p:cNvSpPr>
          <p:nvPr/>
        </p:nvSpPr>
        <p:spPr>
          <a:xfrm>
            <a:off x="9934575" y="2099310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00" b="1">
                <a:solidFill>
                  <a:srgbClr val="27643A"/>
                </a:solidFill>
              </a:rPr>
              <a:t>método</a:t>
            </a:r>
          </a:p>
        </p:txBody>
      </p:sp>
      <p:sp>
        <p:nvSpPr>
          <p:cNvPr id="46" name="cls-table-header-6">
            <a:extLst>
              <a:ext uri="{FF2B5EF4-FFF2-40B4-BE49-F238E27FC236}">
                <a16:creationId xmlns:a16="http://schemas.microsoft.com/office/drawing/2014/main" id="{1265B1A0-15C9-4801-ABA6-53BBEE14E3B3}"/>
              </a:ext>
            </a:extLst>
          </p:cNvPr>
          <p:cNvSpPr>
            <a:spLocks noGrp="1"/>
          </p:cNvSpPr>
          <p:nvPr/>
        </p:nvSpPr>
        <p:spPr>
          <a:xfrm>
            <a:off x="10696575" y="2042160"/>
            <a:ext cx="819150" cy="361950"/>
          </a:xfrm>
          <a:prstGeom prst="rect">
            <a:avLst/>
          </a:prstGeom>
          <a:solidFill>
            <a:srgbClr val="F2EAF8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7" name="cls-table-header-text-6">
            <a:extLst>
              <a:ext uri="{FF2B5EF4-FFF2-40B4-BE49-F238E27FC236}">
                <a16:creationId xmlns:a16="http://schemas.microsoft.com/office/drawing/2014/main" id="{6DF943EE-4F6A-49C7-A5F1-90A9F549F325}"/>
              </a:ext>
            </a:extLst>
          </p:cNvPr>
          <p:cNvSpPr>
            <a:spLocks noGrp="1"/>
          </p:cNvSpPr>
          <p:nvPr/>
        </p:nvSpPr>
        <p:spPr>
          <a:xfrm>
            <a:off x="10734675" y="209931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62318A"/>
                </a:solidFill>
              </a:defRPr>
            </a:pPr>
            <a:r>
              <a:rPr sz="1100" b="1">
                <a:solidFill>
                  <a:srgbClr val="62318A"/>
                </a:solidFill>
              </a:rPr>
              <a:t>clase Y</a:t>
            </a:r>
          </a:p>
        </p:txBody>
      </p:sp>
      <p:sp>
        <p:nvSpPr>
          <p:cNvPr id="48" name="cls-table-cell-0-0">
            <a:extLst>
              <a:ext uri="{FF2B5EF4-FFF2-40B4-BE49-F238E27FC236}">
                <a16:creationId xmlns:a16="http://schemas.microsoft.com/office/drawing/2014/main" id="{F69983D3-264E-41DF-A679-CBC45F295E38}"/>
              </a:ext>
            </a:extLst>
          </p:cNvPr>
          <p:cNvSpPr>
            <a:spLocks noGrp="1"/>
          </p:cNvSpPr>
          <p:nvPr/>
        </p:nvSpPr>
        <p:spPr>
          <a:xfrm>
            <a:off x="7315200" y="2404110"/>
            <a:ext cx="704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9" name="cls-table-cell-text-0-0">
            <a:extLst>
              <a:ext uri="{FF2B5EF4-FFF2-40B4-BE49-F238E27FC236}">
                <a16:creationId xmlns:a16="http://schemas.microsoft.com/office/drawing/2014/main" id="{399BE659-85A7-4454-A1EB-284F2AE368FD}"/>
              </a:ext>
            </a:extLst>
          </p:cNvPr>
          <p:cNvSpPr>
            <a:spLocks noGrp="1"/>
          </p:cNvSpPr>
          <p:nvPr/>
        </p:nvSpPr>
        <p:spPr>
          <a:xfrm>
            <a:off x="7343775" y="2470785"/>
            <a:ext cx="647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50" name="cls-table-cell-0-1">
            <a:extLst>
              <a:ext uri="{FF2B5EF4-FFF2-40B4-BE49-F238E27FC236}">
                <a16:creationId xmlns:a16="http://schemas.microsoft.com/office/drawing/2014/main" id="{498C2734-B5AE-4058-9076-62FF3DA3EE0F}"/>
              </a:ext>
            </a:extLst>
          </p:cNvPr>
          <p:cNvSpPr>
            <a:spLocks noGrp="1"/>
          </p:cNvSpPr>
          <p:nvPr/>
        </p:nvSpPr>
        <p:spPr>
          <a:xfrm>
            <a:off x="8020050" y="240411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1" name="cls-table-cell-text-0-1">
            <a:extLst>
              <a:ext uri="{FF2B5EF4-FFF2-40B4-BE49-F238E27FC236}">
                <a16:creationId xmlns:a16="http://schemas.microsoft.com/office/drawing/2014/main" id="{A897F143-0033-4F91-9AA3-715F95B9F663}"/>
              </a:ext>
            </a:extLst>
          </p:cNvPr>
          <p:cNvSpPr>
            <a:spLocks noGrp="1"/>
          </p:cNvSpPr>
          <p:nvPr/>
        </p:nvSpPr>
        <p:spPr>
          <a:xfrm>
            <a:off x="8048625" y="247078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2" name="cls-table-cell-0-2">
            <a:extLst>
              <a:ext uri="{FF2B5EF4-FFF2-40B4-BE49-F238E27FC236}">
                <a16:creationId xmlns:a16="http://schemas.microsoft.com/office/drawing/2014/main" id="{0F914CBA-2948-45B9-B93B-3F3E762D3C0F}"/>
              </a:ext>
            </a:extLst>
          </p:cNvPr>
          <p:cNvSpPr>
            <a:spLocks noGrp="1"/>
          </p:cNvSpPr>
          <p:nvPr/>
        </p:nvSpPr>
        <p:spPr>
          <a:xfrm>
            <a:off x="8743950" y="2404110"/>
            <a:ext cx="5524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3" name="cls-table-cell-text-0-2">
            <a:extLst>
              <a:ext uri="{FF2B5EF4-FFF2-40B4-BE49-F238E27FC236}">
                <a16:creationId xmlns:a16="http://schemas.microsoft.com/office/drawing/2014/main" id="{E97AFD40-6072-4066-95D1-F1AEE06E4C9A}"/>
              </a:ext>
            </a:extLst>
          </p:cNvPr>
          <p:cNvSpPr>
            <a:spLocks noGrp="1"/>
          </p:cNvSpPr>
          <p:nvPr/>
        </p:nvSpPr>
        <p:spPr>
          <a:xfrm>
            <a:off x="8772525" y="2470785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56" name="cls-table-cell-0-4">
            <a:extLst>
              <a:ext uri="{FF2B5EF4-FFF2-40B4-BE49-F238E27FC236}">
                <a16:creationId xmlns:a16="http://schemas.microsoft.com/office/drawing/2014/main" id="{D88988C1-DFB8-4B31-B217-696558470BEB}"/>
              </a:ext>
            </a:extLst>
          </p:cNvPr>
          <p:cNvSpPr>
            <a:spLocks noGrp="1"/>
          </p:cNvSpPr>
          <p:nvPr/>
        </p:nvSpPr>
        <p:spPr>
          <a:xfrm>
            <a:off x="9286875" y="2404110"/>
            <a:ext cx="609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7" name="cls-table-cell-text-0-4">
            <a:extLst>
              <a:ext uri="{FF2B5EF4-FFF2-40B4-BE49-F238E27FC236}">
                <a16:creationId xmlns:a16="http://schemas.microsoft.com/office/drawing/2014/main" id="{C210EB00-4A00-43CF-870F-36605E6A69D6}"/>
              </a:ext>
            </a:extLst>
          </p:cNvPr>
          <p:cNvSpPr>
            <a:spLocks noGrp="1"/>
          </p:cNvSpPr>
          <p:nvPr/>
        </p:nvSpPr>
        <p:spPr>
          <a:xfrm>
            <a:off x="9315450" y="2470785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58" name="cls-table-cell-0-5">
            <a:extLst>
              <a:ext uri="{FF2B5EF4-FFF2-40B4-BE49-F238E27FC236}">
                <a16:creationId xmlns:a16="http://schemas.microsoft.com/office/drawing/2014/main" id="{0D7D833D-5D7A-472A-8C13-5AD9EB6E5869}"/>
              </a:ext>
            </a:extLst>
          </p:cNvPr>
          <p:cNvSpPr>
            <a:spLocks noGrp="1"/>
          </p:cNvSpPr>
          <p:nvPr/>
        </p:nvSpPr>
        <p:spPr>
          <a:xfrm>
            <a:off x="9896475" y="2404110"/>
            <a:ext cx="8001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9" name="cls-table-cell-text-0-5">
            <a:extLst>
              <a:ext uri="{FF2B5EF4-FFF2-40B4-BE49-F238E27FC236}">
                <a16:creationId xmlns:a16="http://schemas.microsoft.com/office/drawing/2014/main" id="{20915C1B-7B0B-490C-BAD9-EAFC6FB85A41}"/>
              </a:ext>
            </a:extLst>
          </p:cNvPr>
          <p:cNvSpPr>
            <a:spLocks noGrp="1"/>
          </p:cNvSpPr>
          <p:nvPr/>
        </p:nvSpPr>
        <p:spPr>
          <a:xfrm>
            <a:off x="9925050" y="247078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lang="es-MX" sz="1600" b="0" dirty="0">
                <a:solidFill>
                  <a:srgbClr val="1F2937"/>
                </a:solidFill>
              </a:rPr>
              <a:t>tarjeta</a:t>
            </a:r>
            <a:endParaRPr sz="1600" b="0" dirty="0">
              <a:solidFill>
                <a:srgbClr val="1F2937"/>
              </a:solidFill>
            </a:endParaRPr>
          </a:p>
        </p:txBody>
      </p:sp>
      <p:sp>
        <p:nvSpPr>
          <p:cNvPr id="60" name="cls-table-cell-0-6">
            <a:extLst>
              <a:ext uri="{FF2B5EF4-FFF2-40B4-BE49-F238E27FC236}">
                <a16:creationId xmlns:a16="http://schemas.microsoft.com/office/drawing/2014/main" id="{F6E013BF-E418-4307-9AB6-9A46959EE478}"/>
              </a:ext>
            </a:extLst>
          </p:cNvPr>
          <p:cNvSpPr>
            <a:spLocks noGrp="1"/>
          </p:cNvSpPr>
          <p:nvPr/>
        </p:nvSpPr>
        <p:spPr>
          <a:xfrm>
            <a:off x="10696575" y="2404110"/>
            <a:ext cx="819150" cy="361950"/>
          </a:xfrm>
          <a:prstGeom prst="rect">
            <a:avLst/>
          </a:prstGeom>
          <a:solidFill>
            <a:srgbClr val="FBF7FD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1" name="cls-table-cell-text-0-6">
            <a:extLst>
              <a:ext uri="{FF2B5EF4-FFF2-40B4-BE49-F238E27FC236}">
                <a16:creationId xmlns:a16="http://schemas.microsoft.com/office/drawing/2014/main" id="{2DFE4335-944B-4DD8-A015-B4F6C066108E}"/>
              </a:ext>
            </a:extLst>
          </p:cNvPr>
          <p:cNvSpPr>
            <a:spLocks noGrp="1"/>
          </p:cNvSpPr>
          <p:nvPr/>
        </p:nvSpPr>
        <p:spPr>
          <a:xfrm>
            <a:off x="10725150" y="247078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62" name="cls-table-cell-1-0">
            <a:extLst>
              <a:ext uri="{FF2B5EF4-FFF2-40B4-BE49-F238E27FC236}">
                <a16:creationId xmlns:a16="http://schemas.microsoft.com/office/drawing/2014/main" id="{56C0B7C2-6797-45CB-9E81-D5CF57918F44}"/>
              </a:ext>
            </a:extLst>
          </p:cNvPr>
          <p:cNvSpPr>
            <a:spLocks noGrp="1"/>
          </p:cNvSpPr>
          <p:nvPr/>
        </p:nvSpPr>
        <p:spPr>
          <a:xfrm>
            <a:off x="7315200" y="2766060"/>
            <a:ext cx="7048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3" name="cls-table-cell-text-1-0">
            <a:extLst>
              <a:ext uri="{FF2B5EF4-FFF2-40B4-BE49-F238E27FC236}">
                <a16:creationId xmlns:a16="http://schemas.microsoft.com/office/drawing/2014/main" id="{132A26B1-3A84-461F-A452-1796A1ADD7E6}"/>
              </a:ext>
            </a:extLst>
          </p:cNvPr>
          <p:cNvSpPr>
            <a:spLocks noGrp="1"/>
          </p:cNvSpPr>
          <p:nvPr/>
        </p:nvSpPr>
        <p:spPr>
          <a:xfrm>
            <a:off x="7343775" y="2832735"/>
            <a:ext cx="647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4" name="cls-table-cell-1-1">
            <a:extLst>
              <a:ext uri="{FF2B5EF4-FFF2-40B4-BE49-F238E27FC236}">
                <a16:creationId xmlns:a16="http://schemas.microsoft.com/office/drawing/2014/main" id="{8B0380C8-6D7A-4067-8432-0E7C4FB528DE}"/>
              </a:ext>
            </a:extLst>
          </p:cNvPr>
          <p:cNvSpPr>
            <a:spLocks noGrp="1"/>
          </p:cNvSpPr>
          <p:nvPr/>
        </p:nvSpPr>
        <p:spPr>
          <a:xfrm>
            <a:off x="8020050" y="2766060"/>
            <a:ext cx="7239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5" name="cls-table-cell-text-1-1">
            <a:extLst>
              <a:ext uri="{FF2B5EF4-FFF2-40B4-BE49-F238E27FC236}">
                <a16:creationId xmlns:a16="http://schemas.microsoft.com/office/drawing/2014/main" id="{7935CD24-6403-4F55-B225-642D3889A5F9}"/>
              </a:ext>
            </a:extLst>
          </p:cNvPr>
          <p:cNvSpPr>
            <a:spLocks noGrp="1"/>
          </p:cNvSpPr>
          <p:nvPr/>
        </p:nvSpPr>
        <p:spPr>
          <a:xfrm>
            <a:off x="8048625" y="283273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6" name="cls-table-cell-1-2">
            <a:extLst>
              <a:ext uri="{FF2B5EF4-FFF2-40B4-BE49-F238E27FC236}">
                <a16:creationId xmlns:a16="http://schemas.microsoft.com/office/drawing/2014/main" id="{3E688AE0-6911-46B6-BF33-5B630C02644A}"/>
              </a:ext>
            </a:extLst>
          </p:cNvPr>
          <p:cNvSpPr>
            <a:spLocks noGrp="1"/>
          </p:cNvSpPr>
          <p:nvPr/>
        </p:nvSpPr>
        <p:spPr>
          <a:xfrm>
            <a:off x="8743950" y="2766060"/>
            <a:ext cx="5524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7" name="cls-table-cell-text-1-2">
            <a:extLst>
              <a:ext uri="{FF2B5EF4-FFF2-40B4-BE49-F238E27FC236}">
                <a16:creationId xmlns:a16="http://schemas.microsoft.com/office/drawing/2014/main" id="{255E8F59-C665-4579-966A-5D9CEF316BEA}"/>
              </a:ext>
            </a:extLst>
          </p:cNvPr>
          <p:cNvSpPr>
            <a:spLocks noGrp="1"/>
          </p:cNvSpPr>
          <p:nvPr/>
        </p:nvSpPr>
        <p:spPr>
          <a:xfrm>
            <a:off x="8772525" y="2832735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7</a:t>
            </a:r>
          </a:p>
        </p:txBody>
      </p:sp>
      <p:sp>
        <p:nvSpPr>
          <p:cNvPr id="70" name="cls-table-cell-1-4">
            <a:extLst>
              <a:ext uri="{FF2B5EF4-FFF2-40B4-BE49-F238E27FC236}">
                <a16:creationId xmlns:a16="http://schemas.microsoft.com/office/drawing/2014/main" id="{8A350935-6AF3-4E0B-994B-3182F278C3BE}"/>
              </a:ext>
            </a:extLst>
          </p:cNvPr>
          <p:cNvSpPr>
            <a:spLocks noGrp="1"/>
          </p:cNvSpPr>
          <p:nvPr/>
        </p:nvSpPr>
        <p:spPr>
          <a:xfrm>
            <a:off x="9286875" y="2766060"/>
            <a:ext cx="6096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1" name="cls-table-cell-text-1-4">
            <a:extLst>
              <a:ext uri="{FF2B5EF4-FFF2-40B4-BE49-F238E27FC236}">
                <a16:creationId xmlns:a16="http://schemas.microsoft.com/office/drawing/2014/main" id="{6F0BF1AE-8863-47A8-8250-DE9193FDEEAC}"/>
              </a:ext>
            </a:extLst>
          </p:cNvPr>
          <p:cNvSpPr>
            <a:spLocks noGrp="1"/>
          </p:cNvSpPr>
          <p:nvPr/>
        </p:nvSpPr>
        <p:spPr>
          <a:xfrm>
            <a:off x="9315450" y="2832735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72" name="cls-table-cell-1-5">
            <a:extLst>
              <a:ext uri="{FF2B5EF4-FFF2-40B4-BE49-F238E27FC236}">
                <a16:creationId xmlns:a16="http://schemas.microsoft.com/office/drawing/2014/main" id="{DA34A230-E01E-4819-982B-635E1F8EA529}"/>
              </a:ext>
            </a:extLst>
          </p:cNvPr>
          <p:cNvSpPr>
            <a:spLocks noGrp="1"/>
          </p:cNvSpPr>
          <p:nvPr/>
        </p:nvSpPr>
        <p:spPr>
          <a:xfrm>
            <a:off x="9896475" y="2766060"/>
            <a:ext cx="8001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3" name="cls-table-cell-text-1-5">
            <a:extLst>
              <a:ext uri="{FF2B5EF4-FFF2-40B4-BE49-F238E27FC236}">
                <a16:creationId xmlns:a16="http://schemas.microsoft.com/office/drawing/2014/main" id="{32E46FE5-C922-4FE3-AA7A-CA4F4F261BDF}"/>
              </a:ext>
            </a:extLst>
          </p:cNvPr>
          <p:cNvSpPr>
            <a:spLocks noGrp="1"/>
          </p:cNvSpPr>
          <p:nvPr/>
        </p:nvSpPr>
        <p:spPr>
          <a:xfrm>
            <a:off x="9925050" y="283273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lang="es-MX" sz="1600" b="0" dirty="0">
                <a:solidFill>
                  <a:srgbClr val="1F2937"/>
                </a:solidFill>
              </a:rPr>
              <a:t>tarjeta</a:t>
            </a:r>
            <a:endParaRPr sz="1600" b="0" dirty="0">
              <a:solidFill>
                <a:srgbClr val="1F2937"/>
              </a:solidFill>
            </a:endParaRPr>
          </a:p>
        </p:txBody>
      </p:sp>
      <p:sp>
        <p:nvSpPr>
          <p:cNvPr id="74" name="cls-table-cell-1-6">
            <a:extLst>
              <a:ext uri="{FF2B5EF4-FFF2-40B4-BE49-F238E27FC236}">
                <a16:creationId xmlns:a16="http://schemas.microsoft.com/office/drawing/2014/main" id="{3F5060D4-FDFA-4DA4-BCFF-0771C144A0B0}"/>
              </a:ext>
            </a:extLst>
          </p:cNvPr>
          <p:cNvSpPr>
            <a:spLocks noGrp="1"/>
          </p:cNvSpPr>
          <p:nvPr/>
        </p:nvSpPr>
        <p:spPr>
          <a:xfrm>
            <a:off x="10696575" y="2766060"/>
            <a:ext cx="819150" cy="361950"/>
          </a:xfrm>
          <a:prstGeom prst="rect">
            <a:avLst/>
          </a:prstGeom>
          <a:solidFill>
            <a:srgbClr val="FBF7FD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5" name="cls-table-cell-text-1-6">
            <a:extLst>
              <a:ext uri="{FF2B5EF4-FFF2-40B4-BE49-F238E27FC236}">
                <a16:creationId xmlns:a16="http://schemas.microsoft.com/office/drawing/2014/main" id="{9AFB746A-2F9D-48DD-8BBB-776475DFB652}"/>
              </a:ext>
            </a:extLst>
          </p:cNvPr>
          <p:cNvSpPr>
            <a:spLocks noGrp="1"/>
          </p:cNvSpPr>
          <p:nvPr/>
        </p:nvSpPr>
        <p:spPr>
          <a:xfrm>
            <a:off x="10725150" y="283273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76" name="cls-table-cell-2-0">
            <a:extLst>
              <a:ext uri="{FF2B5EF4-FFF2-40B4-BE49-F238E27FC236}">
                <a16:creationId xmlns:a16="http://schemas.microsoft.com/office/drawing/2014/main" id="{6D38797D-DA8A-4CA6-AF8B-EAA8817712CE}"/>
              </a:ext>
            </a:extLst>
          </p:cNvPr>
          <p:cNvSpPr>
            <a:spLocks noGrp="1"/>
          </p:cNvSpPr>
          <p:nvPr/>
        </p:nvSpPr>
        <p:spPr>
          <a:xfrm>
            <a:off x="7315200" y="3128010"/>
            <a:ext cx="704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7" name="cls-table-cell-text-2-0">
            <a:extLst>
              <a:ext uri="{FF2B5EF4-FFF2-40B4-BE49-F238E27FC236}">
                <a16:creationId xmlns:a16="http://schemas.microsoft.com/office/drawing/2014/main" id="{976C1EA8-7678-4B4C-A0AF-EBBCF0432980}"/>
              </a:ext>
            </a:extLst>
          </p:cNvPr>
          <p:cNvSpPr>
            <a:spLocks noGrp="1"/>
          </p:cNvSpPr>
          <p:nvPr/>
        </p:nvSpPr>
        <p:spPr>
          <a:xfrm>
            <a:off x="7343775" y="3194685"/>
            <a:ext cx="647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8" name="cls-table-cell-2-1">
            <a:extLst>
              <a:ext uri="{FF2B5EF4-FFF2-40B4-BE49-F238E27FC236}">
                <a16:creationId xmlns:a16="http://schemas.microsoft.com/office/drawing/2014/main" id="{17C43C37-7C94-47CB-80DB-C775285237DE}"/>
              </a:ext>
            </a:extLst>
          </p:cNvPr>
          <p:cNvSpPr>
            <a:spLocks noGrp="1"/>
          </p:cNvSpPr>
          <p:nvPr/>
        </p:nvSpPr>
        <p:spPr>
          <a:xfrm>
            <a:off x="8020050" y="312801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9" name="cls-table-cell-text-2-1">
            <a:extLst>
              <a:ext uri="{FF2B5EF4-FFF2-40B4-BE49-F238E27FC236}">
                <a16:creationId xmlns:a16="http://schemas.microsoft.com/office/drawing/2014/main" id="{7C0F89E4-94A5-48E5-AE6F-1083895FB398}"/>
              </a:ext>
            </a:extLst>
          </p:cNvPr>
          <p:cNvSpPr>
            <a:spLocks noGrp="1"/>
          </p:cNvSpPr>
          <p:nvPr/>
        </p:nvSpPr>
        <p:spPr>
          <a:xfrm>
            <a:off x="8048625" y="319468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P002</a:t>
            </a:r>
          </a:p>
        </p:txBody>
      </p:sp>
      <p:sp>
        <p:nvSpPr>
          <p:cNvPr id="80" name="cls-table-cell-2-2">
            <a:extLst>
              <a:ext uri="{FF2B5EF4-FFF2-40B4-BE49-F238E27FC236}">
                <a16:creationId xmlns:a16="http://schemas.microsoft.com/office/drawing/2014/main" id="{C7EF6252-CFDC-4054-BD43-C84F242843A2}"/>
              </a:ext>
            </a:extLst>
          </p:cNvPr>
          <p:cNvSpPr>
            <a:spLocks noGrp="1"/>
          </p:cNvSpPr>
          <p:nvPr/>
        </p:nvSpPr>
        <p:spPr>
          <a:xfrm>
            <a:off x="8743950" y="3128010"/>
            <a:ext cx="5524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1" name="cls-table-cell-text-2-2">
            <a:extLst>
              <a:ext uri="{FF2B5EF4-FFF2-40B4-BE49-F238E27FC236}">
                <a16:creationId xmlns:a16="http://schemas.microsoft.com/office/drawing/2014/main" id="{FF88FCA7-1EB9-41BA-9C56-B715F72E06FB}"/>
              </a:ext>
            </a:extLst>
          </p:cNvPr>
          <p:cNvSpPr>
            <a:spLocks noGrp="1"/>
          </p:cNvSpPr>
          <p:nvPr/>
        </p:nvSpPr>
        <p:spPr>
          <a:xfrm>
            <a:off x="8772525" y="3194685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84" name="cls-table-cell-2-4">
            <a:extLst>
              <a:ext uri="{FF2B5EF4-FFF2-40B4-BE49-F238E27FC236}">
                <a16:creationId xmlns:a16="http://schemas.microsoft.com/office/drawing/2014/main" id="{14B23AE5-D075-4202-8585-EFEFE9C40CAC}"/>
              </a:ext>
            </a:extLst>
          </p:cNvPr>
          <p:cNvSpPr>
            <a:spLocks noGrp="1"/>
          </p:cNvSpPr>
          <p:nvPr/>
        </p:nvSpPr>
        <p:spPr>
          <a:xfrm>
            <a:off x="9286875" y="3128010"/>
            <a:ext cx="609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5" name="cls-table-cell-text-2-4">
            <a:extLst>
              <a:ext uri="{FF2B5EF4-FFF2-40B4-BE49-F238E27FC236}">
                <a16:creationId xmlns:a16="http://schemas.microsoft.com/office/drawing/2014/main" id="{DB3B8A8F-98FD-4D15-852D-E3C28F33027D}"/>
              </a:ext>
            </a:extLst>
          </p:cNvPr>
          <p:cNvSpPr>
            <a:spLocks noGrp="1"/>
          </p:cNvSpPr>
          <p:nvPr/>
        </p:nvSpPr>
        <p:spPr>
          <a:xfrm>
            <a:off x="9315450" y="3194685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480</a:t>
            </a:r>
          </a:p>
        </p:txBody>
      </p:sp>
      <p:sp>
        <p:nvSpPr>
          <p:cNvPr id="86" name="cls-table-cell-2-5">
            <a:extLst>
              <a:ext uri="{FF2B5EF4-FFF2-40B4-BE49-F238E27FC236}">
                <a16:creationId xmlns:a16="http://schemas.microsoft.com/office/drawing/2014/main" id="{9E1A4F5A-383E-4E41-836E-E56FED71AB61}"/>
              </a:ext>
            </a:extLst>
          </p:cNvPr>
          <p:cNvSpPr>
            <a:spLocks noGrp="1"/>
          </p:cNvSpPr>
          <p:nvPr/>
        </p:nvSpPr>
        <p:spPr>
          <a:xfrm>
            <a:off x="9896475" y="3128010"/>
            <a:ext cx="8001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7" name="cls-table-cell-text-2-5">
            <a:extLst>
              <a:ext uri="{FF2B5EF4-FFF2-40B4-BE49-F238E27FC236}">
                <a16:creationId xmlns:a16="http://schemas.microsoft.com/office/drawing/2014/main" id="{61AB29C4-8F61-4D61-A593-6000757EB560}"/>
              </a:ext>
            </a:extLst>
          </p:cNvPr>
          <p:cNvSpPr>
            <a:spLocks noGrp="1"/>
          </p:cNvSpPr>
          <p:nvPr/>
        </p:nvSpPr>
        <p:spPr>
          <a:xfrm>
            <a:off x="9925050" y="3194685"/>
            <a:ext cx="742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PayPal</a:t>
            </a:r>
          </a:p>
        </p:txBody>
      </p:sp>
      <p:sp>
        <p:nvSpPr>
          <p:cNvPr id="88" name="cls-table-cell-2-6">
            <a:extLst>
              <a:ext uri="{FF2B5EF4-FFF2-40B4-BE49-F238E27FC236}">
                <a16:creationId xmlns:a16="http://schemas.microsoft.com/office/drawing/2014/main" id="{E5B4C0DE-24D1-473E-98F9-1AB05A45F898}"/>
              </a:ext>
            </a:extLst>
          </p:cNvPr>
          <p:cNvSpPr>
            <a:spLocks noGrp="1"/>
          </p:cNvSpPr>
          <p:nvPr/>
        </p:nvSpPr>
        <p:spPr>
          <a:xfrm>
            <a:off x="10696575" y="3128010"/>
            <a:ext cx="819150" cy="361950"/>
          </a:xfrm>
          <a:prstGeom prst="rect">
            <a:avLst/>
          </a:prstGeom>
          <a:solidFill>
            <a:srgbClr val="FBF7FD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9" name="cls-table-cell-text-2-6">
            <a:extLst>
              <a:ext uri="{FF2B5EF4-FFF2-40B4-BE49-F238E27FC236}">
                <a16:creationId xmlns:a16="http://schemas.microsoft.com/office/drawing/2014/main" id="{B4E8D68B-319D-4420-9B58-B9209FDB108B}"/>
              </a:ext>
            </a:extLst>
          </p:cNvPr>
          <p:cNvSpPr>
            <a:spLocks noGrp="1"/>
          </p:cNvSpPr>
          <p:nvPr/>
        </p:nvSpPr>
        <p:spPr>
          <a:xfrm>
            <a:off x="10725150" y="319468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90" name="cls-analysis-callout">
            <a:extLst>
              <a:ext uri="{FF2B5EF4-FFF2-40B4-BE49-F238E27FC236}">
                <a16:creationId xmlns:a16="http://schemas.microsoft.com/office/drawing/2014/main" id="{20AD49F5-6B8E-481B-99F2-3021C66EFC52}"/>
              </a:ext>
            </a:extLst>
          </p:cNvPr>
          <p:cNvSpPr>
            <a:spLocks noGrp="1"/>
          </p:cNvSpPr>
          <p:nvPr/>
        </p:nvSpPr>
        <p:spPr>
          <a:xfrm>
            <a:off x="6534150" y="4552950"/>
            <a:ext cx="4981575" cy="1066800"/>
          </a:xfrm>
          <a:prstGeom prst="roundRect">
            <a:avLst>
              <a:gd name="adj" fmla="val 5357"/>
            </a:avLst>
          </a:prstGeom>
          <a:solidFill>
            <a:srgbClr val="FFF8E7"/>
          </a:solidFill>
          <a:ln w="14288">
            <a:solidFill>
              <a:srgbClr val="E8B341"/>
            </a:solidFill>
            <a:prstDash val="solid"/>
          </a:ln>
        </p:spPr>
      </p:sp>
      <p:sp>
        <p:nvSpPr>
          <p:cNvPr id="91" name="cls-analysis-icon">
            <a:extLst>
              <a:ext uri="{FF2B5EF4-FFF2-40B4-BE49-F238E27FC236}">
                <a16:creationId xmlns:a16="http://schemas.microsoft.com/office/drawing/2014/main" id="{093B6347-75F9-4BB6-96E0-4516C8BC90E0}"/>
              </a:ext>
            </a:extLst>
          </p:cNvPr>
          <p:cNvSpPr>
            <a:spLocks noGrp="1"/>
          </p:cNvSpPr>
          <p:nvPr/>
        </p:nvSpPr>
        <p:spPr>
          <a:xfrm>
            <a:off x="6705600" y="4695825"/>
            <a:ext cx="523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92" name="cls-analysis-title">
            <a:extLst>
              <a:ext uri="{FF2B5EF4-FFF2-40B4-BE49-F238E27FC236}">
                <a16:creationId xmlns:a16="http://schemas.microsoft.com/office/drawing/2014/main" id="{A9AA81B5-B34C-4DCE-B802-0C5491C4B1EB}"/>
              </a:ext>
            </a:extLst>
          </p:cNvPr>
          <p:cNvSpPr>
            <a:spLocks noGrp="1"/>
          </p:cNvSpPr>
          <p:nvPr/>
        </p:nvSpPr>
        <p:spPr>
          <a:xfrm>
            <a:off x="7334250" y="46863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predecir?</a:t>
            </a:r>
          </a:p>
        </p:txBody>
      </p:sp>
      <p:sp>
        <p:nvSpPr>
          <p:cNvPr id="93" name="cls-analysis-body">
            <a:extLst>
              <a:ext uri="{FF2B5EF4-FFF2-40B4-BE49-F238E27FC236}">
                <a16:creationId xmlns:a16="http://schemas.microsoft.com/office/drawing/2014/main" id="{D8549FFC-EB70-47F0-A6C0-2995A90FF63F}"/>
              </a:ext>
            </a:extLst>
          </p:cNvPr>
          <p:cNvSpPr>
            <a:spLocks noGrp="1"/>
          </p:cNvSpPr>
          <p:nvPr/>
        </p:nvSpPr>
        <p:spPr>
          <a:xfrm>
            <a:off x="7334250" y="5000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Si el pedido terminará cancelado: Cancelado = 1 y Entregado = 0.</a:t>
            </a:r>
          </a:p>
        </p:txBody>
      </p:sp>
    </p:spTree>
    <p:extLst>
      <p:ext uri="{BB962C8B-B14F-4D97-AF65-F5344CB8AC3E}">
        <p14:creationId xmlns:p14="http://schemas.microsoft.com/office/powerpoint/2010/main" val="69556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ls-kicker">
            <a:extLst>
              <a:ext uri="{FF2B5EF4-FFF2-40B4-BE49-F238E27FC236}">
                <a16:creationId xmlns:a16="http://schemas.microsoft.com/office/drawing/2014/main" id="{6E79B9BF-0763-43F2-9515-02A04B80AC2A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>
              <a:ext uri="{FF2B5EF4-FFF2-40B4-BE49-F238E27FC236}">
                <a16:creationId xmlns:a16="http://schemas.microsoft.com/office/drawing/2014/main" id="{B46ECD44-2054-44FA-9C18-090E438517AA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Predecir qué pedidos tienen riesgo de cancelación</a:t>
            </a:r>
          </a:p>
        </p:txBody>
      </p:sp>
      <p:sp>
        <p:nvSpPr>
          <p:cNvPr id="3" name="cls-page">
            <a:extLst>
              <a:ext uri="{FF2B5EF4-FFF2-40B4-BE49-F238E27FC236}">
                <a16:creationId xmlns:a16="http://schemas.microsoft.com/office/drawing/2014/main" id="{66F30254-5C29-48DD-A2D8-506BF7A10CE0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pic>
        <p:nvPicPr>
          <p:cNvPr id="2050" name="Picture 2" descr="User attachment">
            <a:extLst>
              <a:ext uri="{FF2B5EF4-FFF2-40B4-BE49-F238E27FC236}">
                <a16:creationId xmlns:a16="http://schemas.microsoft.com/office/drawing/2014/main" id="{B62D4696-4592-4EAD-8583-B2EC3A2B2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20"/>
          <a:stretch/>
        </p:blipFill>
        <p:spPr bwMode="auto">
          <a:xfrm>
            <a:off x="2956780" y="933450"/>
            <a:ext cx="6098721" cy="5764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394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-kicker">
            <a:extLst>
              <a:ext uri="{FF2B5EF4-FFF2-40B4-BE49-F238E27FC236}">
                <a16:creationId xmlns:a16="http://schemas.microsoft.com/office/drawing/2014/main" id="{9DDF72D1-8743-4843-8D64-1FDB0D738EF3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>
              <a:ext uri="{FF2B5EF4-FFF2-40B4-BE49-F238E27FC236}">
                <a16:creationId xmlns:a16="http://schemas.microsoft.com/office/drawing/2014/main" id="{9079D89D-F13E-45A9-9762-F2B4F4718599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2356B"/>
                </a:solidFill>
              </a:defRPr>
            </a:pPr>
            <a:r>
              <a:rPr sz="2625" b="1" dirty="0" err="1">
                <a:solidFill>
                  <a:srgbClr val="12356B"/>
                </a:solidFill>
              </a:rPr>
              <a:t>Recomendar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productos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lang="es-MX" sz="2625" b="1" dirty="0">
                <a:solidFill>
                  <a:srgbClr val="12356B"/>
                </a:solidFill>
              </a:rPr>
              <a:t>por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lang="es-MX" sz="2625" b="1" dirty="0">
                <a:solidFill>
                  <a:srgbClr val="12356B"/>
                </a:solidFill>
              </a:rPr>
              <a:t>filtrado colaborativo basado</a:t>
            </a:r>
            <a:r>
              <a:rPr sz="2625" b="1" dirty="0">
                <a:solidFill>
                  <a:srgbClr val="12356B"/>
                </a:solidFill>
              </a:rPr>
              <a:t> e</a:t>
            </a:r>
            <a:r>
              <a:rPr lang="es-MX" sz="2625" b="1" dirty="0">
                <a:solidFill>
                  <a:srgbClr val="12356B"/>
                </a:solidFill>
              </a:rPr>
              <a:t>n</a:t>
            </a:r>
            <a:r>
              <a:rPr sz="2625" b="1" dirty="0">
                <a:solidFill>
                  <a:srgbClr val="12356B"/>
                </a:solidFill>
              </a:rPr>
              <a:t> </a:t>
            </a:r>
            <a:r>
              <a:rPr sz="2625" b="1" dirty="0" err="1">
                <a:solidFill>
                  <a:srgbClr val="12356B"/>
                </a:solidFill>
              </a:rPr>
              <a:t>ítems</a:t>
            </a:r>
            <a:endParaRPr sz="2625" b="1" dirty="0">
              <a:solidFill>
                <a:srgbClr val="12356B"/>
              </a:solidFill>
            </a:endParaRPr>
          </a:p>
        </p:txBody>
      </p:sp>
      <p:sp>
        <p:nvSpPr>
          <p:cNvPr id="3" name="rec-page">
            <a:extLst>
              <a:ext uri="{FF2B5EF4-FFF2-40B4-BE49-F238E27FC236}">
                <a16:creationId xmlns:a16="http://schemas.microsoft.com/office/drawing/2014/main" id="{D950AFAC-2F27-4901-A39B-5724F72EB1E5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3</a:t>
            </a:r>
          </a:p>
        </p:txBody>
      </p:sp>
      <p:sp>
        <p:nvSpPr>
          <p:cNvPr id="4" name="rec-database-panel">
            <a:extLst>
              <a:ext uri="{FF2B5EF4-FFF2-40B4-BE49-F238E27FC236}">
                <a16:creationId xmlns:a16="http://schemas.microsoft.com/office/drawing/2014/main" id="{5CC28D12-6654-4730-ACDF-C56C7B2374C8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4762500" cy="48577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2F62C7"/>
            </a:solidFill>
            <a:prstDash val="solid"/>
          </a:ln>
        </p:spPr>
      </p:sp>
      <p:sp>
        <p:nvSpPr>
          <p:cNvPr id="5" name="rec-database-banner">
            <a:extLst>
              <a:ext uri="{FF2B5EF4-FFF2-40B4-BE49-F238E27FC236}">
                <a16:creationId xmlns:a16="http://schemas.microsoft.com/office/drawing/2014/main" id="{62B32660-F8DE-4226-82E0-F309A86D5248}"/>
              </a:ext>
            </a:extLst>
          </p:cNvPr>
          <p:cNvSpPr>
            <a:spLocks noGrp="1"/>
          </p:cNvSpPr>
          <p:nvPr/>
        </p:nvSpPr>
        <p:spPr>
          <a:xfrm>
            <a:off x="1381125" y="11811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EAF1FC"/>
          </a:solidFill>
          <a:ln w="0">
            <a:solidFill>
              <a:srgbClr val="EAF1FC"/>
            </a:solidFill>
            <a:prstDash val="solid"/>
          </a:ln>
        </p:spPr>
      </p:sp>
      <p:sp>
        <p:nvSpPr>
          <p:cNvPr id="6" name="rec-database-banner-text">
            <a:extLst>
              <a:ext uri="{FF2B5EF4-FFF2-40B4-BE49-F238E27FC236}">
                <a16:creationId xmlns:a16="http://schemas.microsoft.com/office/drawing/2014/main" id="{7D92CB2A-8100-4B22-996B-3F81B285353A}"/>
              </a:ext>
            </a:extLst>
          </p:cNvPr>
          <p:cNvSpPr>
            <a:spLocks noGrp="1"/>
          </p:cNvSpPr>
          <p:nvPr/>
        </p:nvSpPr>
        <p:spPr>
          <a:xfrm>
            <a:off x="1476375" y="12668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rec-full-USUARIOS">
            <a:extLst>
              <a:ext uri="{FF2B5EF4-FFF2-40B4-BE49-F238E27FC236}">
                <a16:creationId xmlns:a16="http://schemas.microsoft.com/office/drawing/2014/main" id="{3FB8BBE6-448A-42AE-9933-59CC5A1C6375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42988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8" name="rec-full-head-USUARIOS">
            <a:extLst>
              <a:ext uri="{FF2B5EF4-FFF2-40B4-BE49-F238E27FC236}">
                <a16:creationId xmlns:a16="http://schemas.microsoft.com/office/drawing/2014/main" id="{D89A0483-70B8-4091-AA8B-0D9418EF6C61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42988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9" name="rec-full-title-USUARIOS">
            <a:extLst>
              <a:ext uri="{FF2B5EF4-FFF2-40B4-BE49-F238E27FC236}">
                <a16:creationId xmlns:a16="http://schemas.microsoft.com/office/drawing/2014/main" id="{E6720D4E-1B61-419B-A1AB-A0CCE831A834}"/>
              </a:ext>
            </a:extLst>
          </p:cNvPr>
          <p:cNvSpPr>
            <a:spLocks noGrp="1"/>
          </p:cNvSpPr>
          <p:nvPr/>
        </p:nvSpPr>
        <p:spPr>
          <a:xfrm>
            <a:off x="542925" y="17335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rec-full-fields-USUARIOS-0">
            <a:extLst>
              <a:ext uri="{FF2B5EF4-FFF2-40B4-BE49-F238E27FC236}">
                <a16:creationId xmlns:a16="http://schemas.microsoft.com/office/drawing/2014/main" id="{3972EBE5-5D6C-42E4-8575-3A850957E387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nombre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ap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am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username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email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password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telefono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preguntaSecreta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respuestaSecreta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rol</a:t>
            </a:r>
            <a:endParaRPr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>
                <a:solidFill>
                  <a:srgbClr val="1F2937"/>
                </a:solidFill>
              </a:rPr>
              <a:t>direcciones[]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1" name="rec-full-fields-USUARIOS-1">
            <a:extLst>
              <a:ext uri="{FF2B5EF4-FFF2-40B4-BE49-F238E27FC236}">
                <a16:creationId xmlns:a16="http://schemas.microsoft.com/office/drawing/2014/main" id="{3EF62BD6-EB56-4D70-BD9C-CB4A0C026C02}"/>
              </a:ext>
            </a:extLst>
          </p:cNvPr>
          <p:cNvSpPr>
            <a:spLocks noGrp="1"/>
          </p:cNvSpPr>
          <p:nvPr/>
        </p:nvSpPr>
        <p:spPr>
          <a:xfrm>
            <a:off x="1566863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3" name="rec-full-PEDIDOS">
            <a:extLst>
              <a:ext uri="{FF2B5EF4-FFF2-40B4-BE49-F238E27FC236}">
                <a16:creationId xmlns:a16="http://schemas.microsoft.com/office/drawing/2014/main" id="{5D245B37-0E09-46EB-B19E-3874D2500D2D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947737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14" name="rec-full-head-PEDIDOS">
            <a:extLst>
              <a:ext uri="{FF2B5EF4-FFF2-40B4-BE49-F238E27FC236}">
                <a16:creationId xmlns:a16="http://schemas.microsoft.com/office/drawing/2014/main" id="{921AC532-B473-4880-975E-18902BB32514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947737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15" name="rec-full-title-PEDIDOS">
            <a:extLst>
              <a:ext uri="{FF2B5EF4-FFF2-40B4-BE49-F238E27FC236}">
                <a16:creationId xmlns:a16="http://schemas.microsoft.com/office/drawing/2014/main" id="{A7C317AE-22C5-4426-8E7D-8EEAA32D827A}"/>
              </a:ext>
            </a:extLst>
          </p:cNvPr>
          <p:cNvSpPr>
            <a:spLocks noGrp="1"/>
          </p:cNvSpPr>
          <p:nvPr/>
        </p:nvSpPr>
        <p:spPr>
          <a:xfrm>
            <a:off x="2819400" y="17335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rec-full-fields-PEDIDOS-0">
            <a:extLst>
              <a:ext uri="{FF2B5EF4-FFF2-40B4-BE49-F238E27FC236}">
                <a16:creationId xmlns:a16="http://schemas.microsoft.com/office/drawing/2014/main" id="{9B2AF5CF-3F2F-40BA-A113-A8822305DC8A}"/>
              </a:ext>
            </a:extLst>
          </p:cNvPr>
          <p:cNvSpPr>
            <a:spLocks noGrp="1"/>
          </p:cNvSpPr>
          <p:nvPr/>
        </p:nvSpPr>
        <p:spPr>
          <a:xfrm>
            <a:off x="2847975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usuario</a:t>
            </a:r>
            <a:r>
              <a:rPr sz="10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productos</a:t>
            </a:r>
            <a:r>
              <a:rPr sz="1000" b="0" dirty="0">
                <a:solidFill>
                  <a:srgbClr val="1F2937"/>
                </a:solidFill>
              </a:rPr>
              <a:t>[]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1000" b="0" dirty="0" err="1">
                <a:solidFill>
                  <a:srgbClr val="1F2937"/>
                </a:solidFill>
              </a:rPr>
              <a:t>metodoPago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>
                <a:solidFill>
                  <a:srgbClr val="1F2937"/>
                </a:solidFill>
              </a:rPr>
              <a:t>total</a:t>
            </a:r>
            <a:br>
              <a:rPr lang="es-MX" sz="1000" b="0" dirty="0">
                <a:solidFill>
                  <a:srgbClr val="1F2937"/>
                </a:solidFill>
              </a:rPr>
            </a:br>
            <a:r>
              <a:rPr lang="es-MX" sz="1000" b="0" dirty="0">
                <a:solidFill>
                  <a:srgbClr val="1F2937"/>
                </a:solidFill>
              </a:rPr>
              <a:t>estado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costoEnvio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>
                <a:solidFill>
                  <a:srgbClr val="1F2937"/>
                </a:solidFill>
              </a:rPr>
              <a:t>fecha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createdAt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lang="es-MX" sz="1000" b="0" dirty="0" err="1">
                <a:solidFill>
                  <a:srgbClr val="1F2937"/>
                </a:solidFill>
              </a:rPr>
              <a:t>updatedAt</a:t>
            </a:r>
            <a:endParaRPr lang="es-MX" sz="10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7" name="rec-full-fields-PEDIDOS-1">
            <a:extLst>
              <a:ext uri="{FF2B5EF4-FFF2-40B4-BE49-F238E27FC236}">
                <a16:creationId xmlns:a16="http://schemas.microsoft.com/office/drawing/2014/main" id="{91835D16-E1C7-428B-8E3D-DFB098BD01EE}"/>
              </a:ext>
            </a:extLst>
          </p:cNvPr>
          <p:cNvSpPr>
            <a:spLocks noGrp="1"/>
          </p:cNvSpPr>
          <p:nvPr/>
        </p:nvSpPr>
        <p:spPr>
          <a:xfrm>
            <a:off x="3843338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endParaRPr sz="638" b="0" dirty="0">
              <a:solidFill>
                <a:srgbClr val="1F2937"/>
              </a:solidFill>
            </a:endParaRPr>
          </a:p>
        </p:txBody>
      </p:sp>
      <p:sp>
        <p:nvSpPr>
          <p:cNvPr id="19" name="rec-full-PRODUCTOS">
            <a:extLst>
              <a:ext uri="{FF2B5EF4-FFF2-40B4-BE49-F238E27FC236}">
                <a16:creationId xmlns:a16="http://schemas.microsoft.com/office/drawing/2014/main" id="{FAFE071F-BE51-4F9D-858F-6F33070B81BA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154305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20" name="rec-full-head-PRODUCTOS">
            <a:extLst>
              <a:ext uri="{FF2B5EF4-FFF2-40B4-BE49-F238E27FC236}">
                <a16:creationId xmlns:a16="http://schemas.microsoft.com/office/drawing/2014/main" id="{AC673261-113F-411E-A610-EC1D77237BFE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21" name="rec-full-title-PRODUCTOS">
            <a:extLst>
              <a:ext uri="{FF2B5EF4-FFF2-40B4-BE49-F238E27FC236}">
                <a16:creationId xmlns:a16="http://schemas.microsoft.com/office/drawing/2014/main" id="{457B654E-8A26-4D38-BDC8-9B1E91113154}"/>
              </a:ext>
            </a:extLst>
          </p:cNvPr>
          <p:cNvSpPr>
            <a:spLocks noGrp="1"/>
          </p:cNvSpPr>
          <p:nvPr/>
        </p:nvSpPr>
        <p:spPr>
          <a:xfrm>
            <a:off x="828675" y="441960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rec-full-fields-PRODUCTOS-0">
            <a:extLst>
              <a:ext uri="{FF2B5EF4-FFF2-40B4-BE49-F238E27FC236}">
                <a16:creationId xmlns:a16="http://schemas.microsoft.com/office/drawing/2014/main" id="{15C7BF2B-7AEA-4497-A9F3-BB24DF781C6D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>
                <a:solidFill>
                  <a:srgbClr val="1F2937"/>
                </a:solidFill>
              </a:rPr>
              <a:t>_id · PK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nombre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descripcion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precioNormal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skuNormal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precioMayoreo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skuMayoreo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precioCaja</a:t>
            </a:r>
            <a:endParaRPr sz="8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800" b="0" dirty="0" err="1">
                <a:solidFill>
                  <a:srgbClr val="1F2937"/>
                </a:solidFill>
              </a:rPr>
              <a:t>skuCaja</a:t>
            </a:r>
            <a:endParaRPr sz="800" b="0" dirty="0">
              <a:solidFill>
                <a:srgbClr val="1F2937"/>
              </a:solidFill>
            </a:endParaRPr>
          </a:p>
        </p:txBody>
      </p:sp>
      <p:sp>
        <p:nvSpPr>
          <p:cNvPr id="23" name="rec-full-fields-PRODUCTOS-1">
            <a:extLst>
              <a:ext uri="{FF2B5EF4-FFF2-40B4-BE49-F238E27FC236}">
                <a16:creationId xmlns:a16="http://schemas.microsoft.com/office/drawing/2014/main" id="{7F5BD41D-2C20-4E39-89C0-5FFEE74A3A4F}"/>
              </a:ext>
            </a:extLst>
          </p:cNvPr>
          <p:cNvSpPr>
            <a:spLocks noGrp="1"/>
          </p:cNvSpPr>
          <p:nvPr/>
        </p:nvSpPr>
        <p:spPr>
          <a:xfrm>
            <a:off x="270510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stock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marca</a:t>
            </a:r>
            <a:r>
              <a:rPr sz="9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familia</a:t>
            </a:r>
            <a:r>
              <a:rPr sz="900" b="0" dirty="0">
                <a:solidFill>
                  <a:srgbClr val="1F2937"/>
                </a:solidFill>
              </a:rPr>
              <a:t> · FK</a:t>
            </a: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activo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imagenUrl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createdAt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 err="1">
                <a:solidFill>
                  <a:srgbClr val="1F2937"/>
                </a:solidFill>
              </a:rPr>
              <a:t>updatedAt</a:t>
            </a:r>
            <a:endParaRPr sz="900" b="0" dirty="0">
              <a:solidFill>
                <a:srgbClr val="1F2937"/>
              </a:solidFill>
            </a:endParaRPr>
          </a:p>
          <a:p>
            <a:pPr algn="l">
              <a:defRPr sz="638" b="0">
                <a:solidFill>
                  <a:srgbClr val="1F2937"/>
                </a:solidFill>
              </a:defRPr>
            </a:pPr>
            <a:r>
              <a:rPr sz="900" b="0" dirty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rec-full-divider-PRODUCTOS-1">
            <a:extLst>
              <a:ext uri="{FF2B5EF4-FFF2-40B4-BE49-F238E27FC236}">
                <a16:creationId xmlns:a16="http://schemas.microsoft.com/office/drawing/2014/main" id="{3B404D40-0396-4504-860C-82A3706F8C61}"/>
              </a:ext>
            </a:extLst>
          </p:cNvPr>
          <p:cNvSpPr>
            <a:spLocks noGrp="1"/>
          </p:cNvSpPr>
          <p:nvPr/>
        </p:nvSpPr>
        <p:spPr>
          <a:xfrm flipH="1">
            <a:off x="2621281" y="4705350"/>
            <a:ext cx="45719" cy="1196340"/>
          </a:xfrm>
          <a:prstGeom prst="rect">
            <a:avLst/>
          </a:prstGeom>
          <a:solidFill>
            <a:srgbClr val="AEB8C7"/>
          </a:solidFill>
          <a:ln w="0">
            <a:solidFill>
              <a:srgbClr val="AEB8C7"/>
            </a:solidFill>
            <a:prstDash val="solid"/>
          </a:ln>
        </p:spPr>
      </p:sp>
      <p:sp>
        <p:nvSpPr>
          <p:cNvPr id="27" name="rec-flow-arrow">
            <a:extLst>
              <a:ext uri="{FF2B5EF4-FFF2-40B4-BE49-F238E27FC236}">
                <a16:creationId xmlns:a16="http://schemas.microsoft.com/office/drawing/2014/main" id="{6C35A65F-2F06-4348-8D49-A93F31D2F018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800100" cy="552450"/>
          </a:xfrm>
          <a:prstGeom prst="rightArrow">
            <a:avLst/>
          </a:prstGeom>
          <a:solidFill>
            <a:srgbClr val="2F62C7"/>
          </a:solidFill>
          <a:ln w="9525">
            <a:solidFill>
              <a:srgbClr val="2F62C7"/>
            </a:solidFill>
            <a:prstDash val="solid"/>
          </a:ln>
        </p:spPr>
      </p:sp>
      <p:sp>
        <p:nvSpPr>
          <p:cNvPr id="28" name="rec-flow-caption">
            <a:extLst>
              <a:ext uri="{FF2B5EF4-FFF2-40B4-BE49-F238E27FC236}">
                <a16:creationId xmlns:a16="http://schemas.microsoft.com/office/drawing/2014/main" id="{D95074A5-2029-4604-9CC9-9037D1EBA4AE}"/>
              </a:ext>
            </a:extLst>
          </p:cNvPr>
          <p:cNvSpPr>
            <a:spLocks noGrp="1"/>
          </p:cNvSpPr>
          <p:nvPr/>
        </p:nvSpPr>
        <p:spPr>
          <a:xfrm>
            <a:off x="5124450" y="3524250"/>
            <a:ext cx="1000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rec-dataset-panel">
            <a:extLst>
              <a:ext uri="{FF2B5EF4-FFF2-40B4-BE49-F238E27FC236}">
                <a16:creationId xmlns:a16="http://schemas.microsoft.com/office/drawing/2014/main" id="{E2AB7EEC-0259-4024-886B-8543A0F92A6D}"/>
              </a:ext>
            </a:extLst>
          </p:cNvPr>
          <p:cNvSpPr>
            <a:spLocks noGrp="1"/>
          </p:cNvSpPr>
          <p:nvPr/>
        </p:nvSpPr>
        <p:spPr>
          <a:xfrm>
            <a:off x="6191250" y="1066800"/>
            <a:ext cx="5667375" cy="485775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9050">
            <a:solidFill>
              <a:srgbClr val="27643A"/>
            </a:solidFill>
            <a:prstDash val="solid"/>
          </a:ln>
        </p:spPr>
      </p:sp>
      <p:sp>
        <p:nvSpPr>
          <p:cNvPr id="30" name="rec-dataset-banner">
            <a:extLst>
              <a:ext uri="{FF2B5EF4-FFF2-40B4-BE49-F238E27FC236}">
                <a16:creationId xmlns:a16="http://schemas.microsoft.com/office/drawing/2014/main" id="{734764AA-8177-4ECF-8CC2-AF0ACD2E08C8}"/>
              </a:ext>
            </a:extLst>
          </p:cNvPr>
          <p:cNvSpPr>
            <a:spLocks noGrp="1"/>
          </p:cNvSpPr>
          <p:nvPr/>
        </p:nvSpPr>
        <p:spPr>
          <a:xfrm>
            <a:off x="7715250" y="1181100"/>
            <a:ext cx="2619375" cy="400050"/>
          </a:xfrm>
          <a:prstGeom prst="roundRect">
            <a:avLst>
              <a:gd name="adj" fmla="val 14286"/>
            </a:avLst>
          </a:prstGeom>
          <a:solidFill>
            <a:srgbClr val="EAF5EC"/>
          </a:solidFill>
          <a:ln w="0">
            <a:solidFill>
              <a:srgbClr val="EAF5EC"/>
            </a:solidFill>
            <a:prstDash val="solid"/>
          </a:ln>
        </p:spPr>
      </p:sp>
      <p:sp>
        <p:nvSpPr>
          <p:cNvPr id="31" name="rec-dataset-banner-text">
            <a:extLst>
              <a:ext uri="{FF2B5EF4-FFF2-40B4-BE49-F238E27FC236}">
                <a16:creationId xmlns:a16="http://schemas.microsoft.com/office/drawing/2014/main" id="{83C14C30-5C60-41FE-9DC4-F3C1F701308B}"/>
              </a:ext>
            </a:extLst>
          </p:cNvPr>
          <p:cNvSpPr>
            <a:spLocks noGrp="1"/>
          </p:cNvSpPr>
          <p:nvPr/>
        </p:nvSpPr>
        <p:spPr>
          <a:xfrm>
            <a:off x="7810500" y="1266825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DE INTERACCIONES</a:t>
            </a:r>
          </a:p>
        </p:txBody>
      </p:sp>
      <p:sp>
        <p:nvSpPr>
          <p:cNvPr id="32" name="rec-x-label">
            <a:extLst>
              <a:ext uri="{FF2B5EF4-FFF2-40B4-BE49-F238E27FC236}">
                <a16:creationId xmlns:a16="http://schemas.microsoft.com/office/drawing/2014/main" id="{051D684C-965B-4A83-8CDA-BF41F3F4614E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3857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Datos utilizados para comparar productos</a:t>
            </a:r>
          </a:p>
        </p:txBody>
      </p:sp>
      <p:sp>
        <p:nvSpPr>
          <p:cNvPr id="33" name="rec-table-header-0">
            <a:extLst>
              <a:ext uri="{FF2B5EF4-FFF2-40B4-BE49-F238E27FC236}">
                <a16:creationId xmlns:a16="http://schemas.microsoft.com/office/drawing/2014/main" id="{84091FF6-CC17-4151-99D6-43B477F1B40D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7429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4" name="rec-table-header-text-0">
            <a:extLst>
              <a:ext uri="{FF2B5EF4-FFF2-40B4-BE49-F238E27FC236}">
                <a16:creationId xmlns:a16="http://schemas.microsoft.com/office/drawing/2014/main" id="{55E145B6-C1A3-4BBD-B65D-96571325A1E1}"/>
              </a:ext>
            </a:extLst>
          </p:cNvPr>
          <p:cNvSpPr>
            <a:spLocks noGrp="1"/>
          </p:cNvSpPr>
          <p:nvPr/>
        </p:nvSpPr>
        <p:spPr>
          <a:xfrm>
            <a:off x="6515100" y="2095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pedido</a:t>
            </a:r>
          </a:p>
        </p:txBody>
      </p:sp>
      <p:sp>
        <p:nvSpPr>
          <p:cNvPr id="35" name="rec-table-header-1">
            <a:extLst>
              <a:ext uri="{FF2B5EF4-FFF2-40B4-BE49-F238E27FC236}">
                <a16:creationId xmlns:a16="http://schemas.microsoft.com/office/drawing/2014/main" id="{C2180131-45F3-4939-B70C-01D8B0528BBD}"/>
              </a:ext>
            </a:extLst>
          </p:cNvPr>
          <p:cNvSpPr>
            <a:spLocks noGrp="1"/>
          </p:cNvSpPr>
          <p:nvPr/>
        </p:nvSpPr>
        <p:spPr>
          <a:xfrm>
            <a:off x="7219950" y="2038350"/>
            <a:ext cx="7620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6" name="rec-table-header-text-1">
            <a:extLst>
              <a:ext uri="{FF2B5EF4-FFF2-40B4-BE49-F238E27FC236}">
                <a16:creationId xmlns:a16="http://schemas.microsoft.com/office/drawing/2014/main" id="{E0D6B734-561F-46F4-980E-24B234BDD346}"/>
              </a:ext>
            </a:extLst>
          </p:cNvPr>
          <p:cNvSpPr>
            <a:spLocks noGrp="1"/>
          </p:cNvSpPr>
          <p:nvPr/>
        </p:nvSpPr>
        <p:spPr>
          <a:xfrm>
            <a:off x="7258050" y="20955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7" name="rec-table-header-2">
            <a:extLst>
              <a:ext uri="{FF2B5EF4-FFF2-40B4-BE49-F238E27FC236}">
                <a16:creationId xmlns:a16="http://schemas.microsoft.com/office/drawing/2014/main" id="{ED46F54C-C959-4B04-B489-2F5C720A13CC}"/>
              </a:ext>
            </a:extLst>
          </p:cNvPr>
          <p:cNvSpPr>
            <a:spLocks noGrp="1"/>
          </p:cNvSpPr>
          <p:nvPr/>
        </p:nvSpPr>
        <p:spPr>
          <a:xfrm>
            <a:off x="7981950" y="2038350"/>
            <a:ext cx="8191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8" name="rec-table-header-text-2">
            <a:extLst>
              <a:ext uri="{FF2B5EF4-FFF2-40B4-BE49-F238E27FC236}">
                <a16:creationId xmlns:a16="http://schemas.microsoft.com/office/drawing/2014/main" id="{304CA602-0038-4AAD-A645-98ED893406C6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producto</a:t>
            </a:r>
          </a:p>
        </p:txBody>
      </p:sp>
      <p:sp>
        <p:nvSpPr>
          <p:cNvPr id="39" name="rec-table-header-3">
            <a:extLst>
              <a:ext uri="{FF2B5EF4-FFF2-40B4-BE49-F238E27FC236}">
                <a16:creationId xmlns:a16="http://schemas.microsoft.com/office/drawing/2014/main" id="{A8037061-F93B-46B4-A62D-B4E5BB2162AC}"/>
              </a:ext>
            </a:extLst>
          </p:cNvPr>
          <p:cNvSpPr>
            <a:spLocks noGrp="1"/>
          </p:cNvSpPr>
          <p:nvPr/>
        </p:nvSpPr>
        <p:spPr>
          <a:xfrm>
            <a:off x="8801100" y="2038350"/>
            <a:ext cx="7239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0" name="rec-table-header-text-3">
            <a:extLst>
              <a:ext uri="{FF2B5EF4-FFF2-40B4-BE49-F238E27FC236}">
                <a16:creationId xmlns:a16="http://schemas.microsoft.com/office/drawing/2014/main" id="{1194E9D9-09D7-498E-A210-F0F45E471DE8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1" name="rec-table-header-4">
            <a:extLst>
              <a:ext uri="{FF2B5EF4-FFF2-40B4-BE49-F238E27FC236}">
                <a16:creationId xmlns:a16="http://schemas.microsoft.com/office/drawing/2014/main" id="{8ED6BD64-6451-4303-ADB3-C5FF6456B41F}"/>
              </a:ext>
            </a:extLst>
          </p:cNvPr>
          <p:cNvSpPr>
            <a:spLocks noGrp="1"/>
          </p:cNvSpPr>
          <p:nvPr/>
        </p:nvSpPr>
        <p:spPr>
          <a:xfrm>
            <a:off x="9525000" y="2038350"/>
            <a:ext cx="7810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2" name="rec-table-header-text-4">
            <a:extLst>
              <a:ext uri="{FF2B5EF4-FFF2-40B4-BE49-F238E27FC236}">
                <a16:creationId xmlns:a16="http://schemas.microsoft.com/office/drawing/2014/main" id="{76A6F605-507D-4E15-A6A9-A2741A13705F}"/>
              </a:ext>
            </a:extLst>
          </p:cNvPr>
          <p:cNvSpPr>
            <a:spLocks noGrp="1"/>
          </p:cNvSpPr>
          <p:nvPr/>
        </p:nvSpPr>
        <p:spPr>
          <a:xfrm>
            <a:off x="9563100" y="2095500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fecha</a:t>
            </a:r>
          </a:p>
        </p:txBody>
      </p:sp>
      <p:sp>
        <p:nvSpPr>
          <p:cNvPr id="43" name="rec-table-header-5">
            <a:extLst>
              <a:ext uri="{FF2B5EF4-FFF2-40B4-BE49-F238E27FC236}">
                <a16:creationId xmlns:a16="http://schemas.microsoft.com/office/drawing/2014/main" id="{847E2748-A9E5-4F38-9FE1-E91DCDB1717A}"/>
              </a:ext>
            </a:extLst>
          </p:cNvPr>
          <p:cNvSpPr>
            <a:spLocks noGrp="1"/>
          </p:cNvSpPr>
          <p:nvPr/>
        </p:nvSpPr>
        <p:spPr>
          <a:xfrm>
            <a:off x="10306050" y="2038350"/>
            <a:ext cx="1152525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4" name="rec-table-header-text-5">
            <a:extLst>
              <a:ext uri="{FF2B5EF4-FFF2-40B4-BE49-F238E27FC236}">
                <a16:creationId xmlns:a16="http://schemas.microsoft.com/office/drawing/2014/main" id="{89ABDD72-0EBF-43A6-8CAE-F8C98DEDE1BA}"/>
              </a:ext>
            </a:extLst>
          </p:cNvPr>
          <p:cNvSpPr>
            <a:spLocks noGrp="1"/>
          </p:cNvSpPr>
          <p:nvPr/>
        </p:nvSpPr>
        <p:spPr>
          <a:xfrm>
            <a:off x="10344150" y="2095500"/>
            <a:ext cx="1076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estado</a:t>
            </a:r>
          </a:p>
        </p:txBody>
      </p:sp>
      <p:sp>
        <p:nvSpPr>
          <p:cNvPr id="45" name="rec-table-cell-0-0">
            <a:extLst>
              <a:ext uri="{FF2B5EF4-FFF2-40B4-BE49-F238E27FC236}">
                <a16:creationId xmlns:a16="http://schemas.microsoft.com/office/drawing/2014/main" id="{37A71465-77A9-4AEE-A7FD-A30A5BCE8020}"/>
              </a:ext>
            </a:extLst>
          </p:cNvPr>
          <p:cNvSpPr>
            <a:spLocks noGrp="1"/>
          </p:cNvSpPr>
          <p:nvPr/>
        </p:nvSpPr>
        <p:spPr>
          <a:xfrm>
            <a:off x="6477000" y="2400300"/>
            <a:ext cx="742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6" name="rec-table-cell-text-0-0">
            <a:extLst>
              <a:ext uri="{FF2B5EF4-FFF2-40B4-BE49-F238E27FC236}">
                <a16:creationId xmlns:a16="http://schemas.microsoft.com/office/drawing/2014/main" id="{F80AADA1-5993-4A62-8FBC-EFB470168D1A}"/>
              </a:ext>
            </a:extLst>
          </p:cNvPr>
          <p:cNvSpPr>
            <a:spLocks noGrp="1"/>
          </p:cNvSpPr>
          <p:nvPr/>
        </p:nvSpPr>
        <p:spPr>
          <a:xfrm>
            <a:off x="6505575" y="246697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47" name="rec-table-cell-0-1">
            <a:extLst>
              <a:ext uri="{FF2B5EF4-FFF2-40B4-BE49-F238E27FC236}">
                <a16:creationId xmlns:a16="http://schemas.microsoft.com/office/drawing/2014/main" id="{DDFB3670-FE31-4F36-8DDE-54BFEAAA82AD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762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8" name="rec-table-cell-text-0-1">
            <a:extLst>
              <a:ext uri="{FF2B5EF4-FFF2-40B4-BE49-F238E27FC236}">
                <a16:creationId xmlns:a16="http://schemas.microsoft.com/office/drawing/2014/main" id="{B5CB0A7C-592B-4F0E-8AF1-4E496C33D6CD}"/>
              </a:ext>
            </a:extLst>
          </p:cNvPr>
          <p:cNvSpPr>
            <a:spLocks noGrp="1"/>
          </p:cNvSpPr>
          <p:nvPr/>
        </p:nvSpPr>
        <p:spPr>
          <a:xfrm>
            <a:off x="7248525" y="246697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49" name="rec-table-cell-0-2">
            <a:extLst>
              <a:ext uri="{FF2B5EF4-FFF2-40B4-BE49-F238E27FC236}">
                <a16:creationId xmlns:a16="http://schemas.microsoft.com/office/drawing/2014/main" id="{9267E526-DC84-4D9C-A521-8DFBB9416854}"/>
              </a:ext>
            </a:extLst>
          </p:cNvPr>
          <p:cNvSpPr>
            <a:spLocks noGrp="1"/>
          </p:cNvSpPr>
          <p:nvPr/>
        </p:nvSpPr>
        <p:spPr>
          <a:xfrm>
            <a:off x="7981950" y="2400300"/>
            <a:ext cx="819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0" name="rec-table-cell-text-0-2">
            <a:extLst>
              <a:ext uri="{FF2B5EF4-FFF2-40B4-BE49-F238E27FC236}">
                <a16:creationId xmlns:a16="http://schemas.microsoft.com/office/drawing/2014/main" id="{7BE051F7-7FEF-4896-A22F-A0BDBE229241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1" name="rec-table-cell-0-3">
            <a:extLst>
              <a:ext uri="{FF2B5EF4-FFF2-40B4-BE49-F238E27FC236}">
                <a16:creationId xmlns:a16="http://schemas.microsoft.com/office/drawing/2014/main" id="{213B670C-505E-4E84-803B-B4B40B0B5AF2}"/>
              </a:ext>
            </a:extLst>
          </p:cNvPr>
          <p:cNvSpPr>
            <a:spLocks noGrp="1"/>
          </p:cNvSpPr>
          <p:nvPr/>
        </p:nvSpPr>
        <p:spPr>
          <a:xfrm>
            <a:off x="8801100" y="240030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2" name="rec-table-cell-text-0-3">
            <a:extLst>
              <a:ext uri="{FF2B5EF4-FFF2-40B4-BE49-F238E27FC236}">
                <a16:creationId xmlns:a16="http://schemas.microsoft.com/office/drawing/2014/main" id="{E9353007-9B21-472A-9106-DCA170FEDD63}"/>
              </a:ext>
            </a:extLst>
          </p:cNvPr>
          <p:cNvSpPr>
            <a:spLocks noGrp="1"/>
          </p:cNvSpPr>
          <p:nvPr/>
        </p:nvSpPr>
        <p:spPr>
          <a:xfrm>
            <a:off x="8829675" y="246697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53" name="rec-table-cell-0-4">
            <a:extLst>
              <a:ext uri="{FF2B5EF4-FFF2-40B4-BE49-F238E27FC236}">
                <a16:creationId xmlns:a16="http://schemas.microsoft.com/office/drawing/2014/main" id="{CE986CEF-8C11-4E84-8ADD-6776BE6B0F32}"/>
              </a:ext>
            </a:extLst>
          </p:cNvPr>
          <p:cNvSpPr>
            <a:spLocks noGrp="1"/>
          </p:cNvSpPr>
          <p:nvPr/>
        </p:nvSpPr>
        <p:spPr>
          <a:xfrm>
            <a:off x="9525000" y="2400300"/>
            <a:ext cx="7810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4" name="rec-table-cell-text-0-4">
            <a:extLst>
              <a:ext uri="{FF2B5EF4-FFF2-40B4-BE49-F238E27FC236}">
                <a16:creationId xmlns:a16="http://schemas.microsoft.com/office/drawing/2014/main" id="{421F8BE1-59C0-4AA7-BCF3-C35F7BD186EB}"/>
              </a:ext>
            </a:extLst>
          </p:cNvPr>
          <p:cNvSpPr>
            <a:spLocks noGrp="1"/>
          </p:cNvSpPr>
          <p:nvPr/>
        </p:nvSpPr>
        <p:spPr>
          <a:xfrm>
            <a:off x="9553575" y="246697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55" name="rec-table-cell-0-5">
            <a:extLst>
              <a:ext uri="{FF2B5EF4-FFF2-40B4-BE49-F238E27FC236}">
                <a16:creationId xmlns:a16="http://schemas.microsoft.com/office/drawing/2014/main" id="{426C3C14-7BC4-42D2-B03B-707565F55E84}"/>
              </a:ext>
            </a:extLst>
          </p:cNvPr>
          <p:cNvSpPr>
            <a:spLocks noGrp="1"/>
          </p:cNvSpPr>
          <p:nvPr/>
        </p:nvSpPr>
        <p:spPr>
          <a:xfrm>
            <a:off x="10306050" y="2400300"/>
            <a:ext cx="11525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6" name="rec-table-cell-text-0-5">
            <a:extLst>
              <a:ext uri="{FF2B5EF4-FFF2-40B4-BE49-F238E27FC236}">
                <a16:creationId xmlns:a16="http://schemas.microsoft.com/office/drawing/2014/main" id="{EC4D147E-5F05-4B39-AD90-C00FDF477900}"/>
              </a:ext>
            </a:extLst>
          </p:cNvPr>
          <p:cNvSpPr>
            <a:spLocks noGrp="1"/>
          </p:cNvSpPr>
          <p:nvPr/>
        </p:nvSpPr>
        <p:spPr>
          <a:xfrm>
            <a:off x="10334625" y="246697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57" name="rec-table-cell-1-0">
            <a:extLst>
              <a:ext uri="{FF2B5EF4-FFF2-40B4-BE49-F238E27FC236}">
                <a16:creationId xmlns:a16="http://schemas.microsoft.com/office/drawing/2014/main" id="{8202C97F-67B4-4E9D-A4CE-E2ACE5C345EC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7429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8" name="rec-table-cell-text-1-0">
            <a:extLst>
              <a:ext uri="{FF2B5EF4-FFF2-40B4-BE49-F238E27FC236}">
                <a16:creationId xmlns:a16="http://schemas.microsoft.com/office/drawing/2014/main" id="{508A9AEF-3A6F-4A06-8072-E5F8192BFA77}"/>
              </a:ext>
            </a:extLst>
          </p:cNvPr>
          <p:cNvSpPr>
            <a:spLocks noGrp="1"/>
          </p:cNvSpPr>
          <p:nvPr/>
        </p:nvSpPr>
        <p:spPr>
          <a:xfrm>
            <a:off x="6505575" y="282892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59" name="rec-table-cell-1-1">
            <a:extLst>
              <a:ext uri="{FF2B5EF4-FFF2-40B4-BE49-F238E27FC236}">
                <a16:creationId xmlns:a16="http://schemas.microsoft.com/office/drawing/2014/main" id="{275905D5-09D0-4C0D-A21C-8CFC770B5094}"/>
              </a:ext>
            </a:extLst>
          </p:cNvPr>
          <p:cNvSpPr>
            <a:spLocks noGrp="1"/>
          </p:cNvSpPr>
          <p:nvPr/>
        </p:nvSpPr>
        <p:spPr>
          <a:xfrm>
            <a:off x="7219950" y="2762250"/>
            <a:ext cx="7620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0" name="rec-table-cell-text-1-1">
            <a:extLst>
              <a:ext uri="{FF2B5EF4-FFF2-40B4-BE49-F238E27FC236}">
                <a16:creationId xmlns:a16="http://schemas.microsoft.com/office/drawing/2014/main" id="{80669EFC-6311-4941-9D51-1CE2CDBCD565}"/>
              </a:ext>
            </a:extLst>
          </p:cNvPr>
          <p:cNvSpPr>
            <a:spLocks noGrp="1"/>
          </p:cNvSpPr>
          <p:nvPr/>
        </p:nvSpPr>
        <p:spPr>
          <a:xfrm>
            <a:off x="7248525" y="282892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1" name="rec-table-cell-1-2">
            <a:extLst>
              <a:ext uri="{FF2B5EF4-FFF2-40B4-BE49-F238E27FC236}">
                <a16:creationId xmlns:a16="http://schemas.microsoft.com/office/drawing/2014/main" id="{FCE7760B-9452-4FAD-9920-38C590697D46}"/>
              </a:ext>
            </a:extLst>
          </p:cNvPr>
          <p:cNvSpPr>
            <a:spLocks noGrp="1"/>
          </p:cNvSpPr>
          <p:nvPr/>
        </p:nvSpPr>
        <p:spPr>
          <a:xfrm>
            <a:off x="7981950" y="2762250"/>
            <a:ext cx="8191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2" name="rec-table-cell-text-1-2">
            <a:extLst>
              <a:ext uri="{FF2B5EF4-FFF2-40B4-BE49-F238E27FC236}">
                <a16:creationId xmlns:a16="http://schemas.microsoft.com/office/drawing/2014/main" id="{8BB0CCDA-72D2-46D8-AC1F-3AF41F68309E}"/>
              </a:ext>
            </a:extLst>
          </p:cNvPr>
          <p:cNvSpPr>
            <a:spLocks noGrp="1"/>
          </p:cNvSpPr>
          <p:nvPr/>
        </p:nvSpPr>
        <p:spPr>
          <a:xfrm>
            <a:off x="8010525" y="282892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3" name="rec-table-cell-1-3">
            <a:extLst>
              <a:ext uri="{FF2B5EF4-FFF2-40B4-BE49-F238E27FC236}">
                <a16:creationId xmlns:a16="http://schemas.microsoft.com/office/drawing/2014/main" id="{03006081-C1D2-45F5-A372-2C8D6E99F375}"/>
              </a:ext>
            </a:extLst>
          </p:cNvPr>
          <p:cNvSpPr>
            <a:spLocks noGrp="1"/>
          </p:cNvSpPr>
          <p:nvPr/>
        </p:nvSpPr>
        <p:spPr>
          <a:xfrm>
            <a:off x="8801100" y="2762250"/>
            <a:ext cx="7239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4" name="rec-table-cell-text-1-3">
            <a:extLst>
              <a:ext uri="{FF2B5EF4-FFF2-40B4-BE49-F238E27FC236}">
                <a16:creationId xmlns:a16="http://schemas.microsoft.com/office/drawing/2014/main" id="{19B83E48-7F08-4F5A-9740-F8B459A30D7A}"/>
              </a:ext>
            </a:extLst>
          </p:cNvPr>
          <p:cNvSpPr>
            <a:spLocks noGrp="1"/>
          </p:cNvSpPr>
          <p:nvPr/>
        </p:nvSpPr>
        <p:spPr>
          <a:xfrm>
            <a:off x="8829675" y="28289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65" name="rec-table-cell-1-4">
            <a:extLst>
              <a:ext uri="{FF2B5EF4-FFF2-40B4-BE49-F238E27FC236}">
                <a16:creationId xmlns:a16="http://schemas.microsoft.com/office/drawing/2014/main" id="{86ABB5B5-A135-45C8-82E0-D320668EB759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7810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6" name="rec-table-cell-text-1-4">
            <a:extLst>
              <a:ext uri="{FF2B5EF4-FFF2-40B4-BE49-F238E27FC236}">
                <a16:creationId xmlns:a16="http://schemas.microsoft.com/office/drawing/2014/main" id="{B2696187-2719-41C8-98D7-D0FB26DD1C3C}"/>
              </a:ext>
            </a:extLst>
          </p:cNvPr>
          <p:cNvSpPr>
            <a:spLocks noGrp="1"/>
          </p:cNvSpPr>
          <p:nvPr/>
        </p:nvSpPr>
        <p:spPr>
          <a:xfrm>
            <a:off x="9553575" y="282892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67" name="rec-table-cell-1-5">
            <a:extLst>
              <a:ext uri="{FF2B5EF4-FFF2-40B4-BE49-F238E27FC236}">
                <a16:creationId xmlns:a16="http://schemas.microsoft.com/office/drawing/2014/main" id="{59F8911D-6D4A-416A-AF8D-01DD660D2BBE}"/>
              </a:ext>
            </a:extLst>
          </p:cNvPr>
          <p:cNvSpPr>
            <a:spLocks noGrp="1"/>
          </p:cNvSpPr>
          <p:nvPr/>
        </p:nvSpPr>
        <p:spPr>
          <a:xfrm>
            <a:off x="10306050" y="2762250"/>
            <a:ext cx="1152525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8" name="rec-table-cell-text-1-5">
            <a:extLst>
              <a:ext uri="{FF2B5EF4-FFF2-40B4-BE49-F238E27FC236}">
                <a16:creationId xmlns:a16="http://schemas.microsoft.com/office/drawing/2014/main" id="{9661FE2D-2EDE-4F71-BDB8-13EC3139D25A}"/>
              </a:ext>
            </a:extLst>
          </p:cNvPr>
          <p:cNvSpPr>
            <a:spLocks noGrp="1"/>
          </p:cNvSpPr>
          <p:nvPr/>
        </p:nvSpPr>
        <p:spPr>
          <a:xfrm>
            <a:off x="10334625" y="282892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69" name="rec-table-cell-2-0">
            <a:extLst>
              <a:ext uri="{FF2B5EF4-FFF2-40B4-BE49-F238E27FC236}">
                <a16:creationId xmlns:a16="http://schemas.microsoft.com/office/drawing/2014/main" id="{4B4E60F1-6E53-4C7B-8C6E-64F9396135E0}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742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0" name="rec-table-cell-text-2-0">
            <a:extLst>
              <a:ext uri="{FF2B5EF4-FFF2-40B4-BE49-F238E27FC236}">
                <a16:creationId xmlns:a16="http://schemas.microsoft.com/office/drawing/2014/main" id="{F6129E3A-7B5D-4055-A75B-F9680A03FAEB}"/>
              </a:ext>
            </a:extLst>
          </p:cNvPr>
          <p:cNvSpPr>
            <a:spLocks noGrp="1"/>
          </p:cNvSpPr>
          <p:nvPr/>
        </p:nvSpPr>
        <p:spPr>
          <a:xfrm>
            <a:off x="6505575" y="319087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PED02</a:t>
            </a:r>
          </a:p>
        </p:txBody>
      </p:sp>
      <p:sp>
        <p:nvSpPr>
          <p:cNvPr id="71" name="rec-table-cell-2-1">
            <a:extLst>
              <a:ext uri="{FF2B5EF4-FFF2-40B4-BE49-F238E27FC236}">
                <a16:creationId xmlns:a16="http://schemas.microsoft.com/office/drawing/2014/main" id="{369291F2-433B-4EB6-8EC6-A4FFDA16D23F}"/>
              </a:ext>
            </a:extLst>
          </p:cNvPr>
          <p:cNvSpPr>
            <a:spLocks noGrp="1"/>
          </p:cNvSpPr>
          <p:nvPr/>
        </p:nvSpPr>
        <p:spPr>
          <a:xfrm>
            <a:off x="7219950" y="3124200"/>
            <a:ext cx="762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2" name="rec-table-cell-text-2-1">
            <a:extLst>
              <a:ext uri="{FF2B5EF4-FFF2-40B4-BE49-F238E27FC236}">
                <a16:creationId xmlns:a16="http://schemas.microsoft.com/office/drawing/2014/main" id="{3C95DE86-2EBF-4CF6-A971-961483FAA5D3}"/>
              </a:ext>
            </a:extLst>
          </p:cNvPr>
          <p:cNvSpPr>
            <a:spLocks noGrp="1"/>
          </p:cNvSpPr>
          <p:nvPr/>
        </p:nvSpPr>
        <p:spPr>
          <a:xfrm>
            <a:off x="7248525" y="319087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3" name="rec-table-cell-2-2">
            <a:extLst>
              <a:ext uri="{FF2B5EF4-FFF2-40B4-BE49-F238E27FC236}">
                <a16:creationId xmlns:a16="http://schemas.microsoft.com/office/drawing/2014/main" id="{7F6142C1-A816-4432-B699-189864F21C29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819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4" name="rec-table-cell-text-2-2">
            <a:extLst>
              <a:ext uri="{FF2B5EF4-FFF2-40B4-BE49-F238E27FC236}">
                <a16:creationId xmlns:a16="http://schemas.microsoft.com/office/drawing/2014/main" id="{60DDBD48-DC45-48BB-BA40-4F83EF5F8C31}"/>
              </a:ext>
            </a:extLst>
          </p:cNvPr>
          <p:cNvSpPr>
            <a:spLocks noGrp="1"/>
          </p:cNvSpPr>
          <p:nvPr/>
        </p:nvSpPr>
        <p:spPr>
          <a:xfrm>
            <a:off x="8010525" y="319087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75" name="rec-table-cell-2-3">
            <a:extLst>
              <a:ext uri="{FF2B5EF4-FFF2-40B4-BE49-F238E27FC236}">
                <a16:creationId xmlns:a16="http://schemas.microsoft.com/office/drawing/2014/main" id="{1CDEC9A9-9365-4E9C-91F7-D65B062D2473}"/>
              </a:ext>
            </a:extLst>
          </p:cNvPr>
          <p:cNvSpPr>
            <a:spLocks noGrp="1"/>
          </p:cNvSpPr>
          <p:nvPr/>
        </p:nvSpPr>
        <p:spPr>
          <a:xfrm>
            <a:off x="8801100" y="312420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6" name="rec-table-cell-text-2-3">
            <a:extLst>
              <a:ext uri="{FF2B5EF4-FFF2-40B4-BE49-F238E27FC236}">
                <a16:creationId xmlns:a16="http://schemas.microsoft.com/office/drawing/2014/main" id="{2A1DD6BA-47BD-4E6F-ACBC-BAE0CF0A0A4B}"/>
              </a:ext>
            </a:extLst>
          </p:cNvPr>
          <p:cNvSpPr>
            <a:spLocks noGrp="1"/>
          </p:cNvSpPr>
          <p:nvPr/>
        </p:nvSpPr>
        <p:spPr>
          <a:xfrm>
            <a:off x="8829675" y="319087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77" name="rec-table-cell-2-4">
            <a:extLst>
              <a:ext uri="{FF2B5EF4-FFF2-40B4-BE49-F238E27FC236}">
                <a16:creationId xmlns:a16="http://schemas.microsoft.com/office/drawing/2014/main" id="{251E2E33-1104-48E3-9FBB-B85642AF14E1}"/>
              </a:ext>
            </a:extLst>
          </p:cNvPr>
          <p:cNvSpPr>
            <a:spLocks noGrp="1"/>
          </p:cNvSpPr>
          <p:nvPr/>
        </p:nvSpPr>
        <p:spPr>
          <a:xfrm>
            <a:off x="9525000" y="3124200"/>
            <a:ext cx="7810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8" name="rec-table-cell-text-2-4">
            <a:extLst>
              <a:ext uri="{FF2B5EF4-FFF2-40B4-BE49-F238E27FC236}">
                <a16:creationId xmlns:a16="http://schemas.microsoft.com/office/drawing/2014/main" id="{4C5C9763-8548-4528-93EC-8DCC562247D0}"/>
              </a:ext>
            </a:extLst>
          </p:cNvPr>
          <p:cNvSpPr>
            <a:spLocks noGrp="1"/>
          </p:cNvSpPr>
          <p:nvPr/>
        </p:nvSpPr>
        <p:spPr>
          <a:xfrm>
            <a:off x="9553575" y="319087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13/06</a:t>
            </a:r>
          </a:p>
        </p:txBody>
      </p:sp>
      <p:sp>
        <p:nvSpPr>
          <p:cNvPr id="79" name="rec-table-cell-2-5">
            <a:extLst>
              <a:ext uri="{FF2B5EF4-FFF2-40B4-BE49-F238E27FC236}">
                <a16:creationId xmlns:a16="http://schemas.microsoft.com/office/drawing/2014/main" id="{6F19139C-E8B8-468A-9F11-1D1593E98178}"/>
              </a:ext>
            </a:extLst>
          </p:cNvPr>
          <p:cNvSpPr>
            <a:spLocks noGrp="1"/>
          </p:cNvSpPr>
          <p:nvPr/>
        </p:nvSpPr>
        <p:spPr>
          <a:xfrm>
            <a:off x="10306050" y="3124200"/>
            <a:ext cx="11525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0" name="rec-table-cell-text-2-5">
            <a:extLst>
              <a:ext uri="{FF2B5EF4-FFF2-40B4-BE49-F238E27FC236}">
                <a16:creationId xmlns:a16="http://schemas.microsoft.com/office/drawing/2014/main" id="{9D88BFFD-AB3C-4EA6-A800-1E7ACF6774CD}"/>
              </a:ext>
            </a:extLst>
          </p:cNvPr>
          <p:cNvSpPr>
            <a:spLocks noGrp="1"/>
          </p:cNvSpPr>
          <p:nvPr/>
        </p:nvSpPr>
        <p:spPr>
          <a:xfrm>
            <a:off x="10334625" y="319087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81" name="rec-analysis-callout">
            <a:extLst>
              <a:ext uri="{FF2B5EF4-FFF2-40B4-BE49-F238E27FC236}">
                <a16:creationId xmlns:a16="http://schemas.microsoft.com/office/drawing/2014/main" id="{9CA7EFE6-4061-45C2-8B14-DCF4F3C6372E}"/>
              </a:ext>
            </a:extLst>
          </p:cNvPr>
          <p:cNvSpPr>
            <a:spLocks noGrp="1"/>
          </p:cNvSpPr>
          <p:nvPr/>
        </p:nvSpPr>
        <p:spPr>
          <a:xfrm>
            <a:off x="6534150" y="4552950"/>
            <a:ext cx="4981575" cy="1066800"/>
          </a:xfrm>
          <a:prstGeom prst="roundRect">
            <a:avLst>
              <a:gd name="adj" fmla="val 5357"/>
            </a:avLst>
          </a:prstGeom>
          <a:solidFill>
            <a:srgbClr val="FFF8E7"/>
          </a:solidFill>
          <a:ln w="14288">
            <a:solidFill>
              <a:srgbClr val="E8B341"/>
            </a:solidFill>
            <a:prstDash val="solid"/>
          </a:ln>
        </p:spPr>
      </p:sp>
      <p:sp>
        <p:nvSpPr>
          <p:cNvPr id="82" name="rec-analysis-icon">
            <a:extLst>
              <a:ext uri="{FF2B5EF4-FFF2-40B4-BE49-F238E27FC236}">
                <a16:creationId xmlns:a16="http://schemas.microsoft.com/office/drawing/2014/main" id="{E9053469-30D6-4DDF-AAF5-9C6A3D66141D}"/>
              </a:ext>
            </a:extLst>
          </p:cNvPr>
          <p:cNvSpPr>
            <a:spLocks noGrp="1"/>
          </p:cNvSpPr>
          <p:nvPr/>
        </p:nvSpPr>
        <p:spPr>
          <a:xfrm>
            <a:off x="6705600" y="4695825"/>
            <a:ext cx="523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83" name="rec-analysis-title">
            <a:extLst>
              <a:ext uri="{FF2B5EF4-FFF2-40B4-BE49-F238E27FC236}">
                <a16:creationId xmlns:a16="http://schemas.microsoft.com/office/drawing/2014/main" id="{36E3AA10-1B85-45E5-B8B7-34F490D7EA95}"/>
              </a:ext>
            </a:extLst>
          </p:cNvPr>
          <p:cNvSpPr>
            <a:spLocks noGrp="1"/>
          </p:cNvSpPr>
          <p:nvPr/>
        </p:nvSpPr>
        <p:spPr>
          <a:xfrm>
            <a:off x="7334250" y="46863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analizar?</a:t>
            </a:r>
          </a:p>
        </p:txBody>
      </p:sp>
      <p:sp>
        <p:nvSpPr>
          <p:cNvPr id="84" name="rec-analysis-body">
            <a:extLst>
              <a:ext uri="{FF2B5EF4-FFF2-40B4-BE49-F238E27FC236}">
                <a16:creationId xmlns:a16="http://schemas.microsoft.com/office/drawing/2014/main" id="{9F493CA4-E9C7-4871-92AE-8F90725FD063}"/>
              </a:ext>
            </a:extLst>
          </p:cNvPr>
          <p:cNvSpPr>
            <a:spLocks noGrp="1"/>
          </p:cNvSpPr>
          <p:nvPr/>
        </p:nvSpPr>
        <p:spPr>
          <a:xfrm>
            <a:off x="7334250" y="5000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Qué productos son similares porque fueron comprados por los mismos usuarios; salida: Top-N ítems.</a:t>
            </a:r>
          </a:p>
        </p:txBody>
      </p:sp>
    </p:spTree>
    <p:extLst>
      <p:ext uri="{BB962C8B-B14F-4D97-AF65-F5344CB8AC3E}">
        <p14:creationId xmlns:p14="http://schemas.microsoft.com/office/powerpoint/2010/main" val="74931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-kicker">
            <a:extLst>
              <a:ext uri="{FF2B5EF4-FFF2-40B4-BE49-F238E27FC236}">
                <a16:creationId xmlns:a16="http://schemas.microsoft.com/office/drawing/2014/main" id="{9DDF72D1-8743-4843-8D64-1FDB0D738EF3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>
              <a:ext uri="{FF2B5EF4-FFF2-40B4-BE49-F238E27FC236}">
                <a16:creationId xmlns:a16="http://schemas.microsoft.com/office/drawing/2014/main" id="{9079D89D-F13E-45A9-9762-F2B4F4718599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Recomendar productos mediante similitud entre ítems</a:t>
            </a:r>
          </a:p>
        </p:txBody>
      </p:sp>
      <p:pic>
        <p:nvPicPr>
          <p:cNvPr id="1026" name="Picture 2" descr="User attachment">
            <a:extLst>
              <a:ext uri="{FF2B5EF4-FFF2-40B4-BE49-F238E27FC236}">
                <a16:creationId xmlns:a16="http://schemas.microsoft.com/office/drawing/2014/main" id="{AFEE0B89-061E-404F-86FF-3618235D22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0"/>
          <a:stretch/>
        </p:blipFill>
        <p:spPr bwMode="auto">
          <a:xfrm>
            <a:off x="130526" y="1066800"/>
            <a:ext cx="4925545" cy="569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er attachment">
            <a:extLst>
              <a:ext uri="{FF2B5EF4-FFF2-40B4-BE49-F238E27FC236}">
                <a16:creationId xmlns:a16="http://schemas.microsoft.com/office/drawing/2014/main" id="{8B58185A-5F21-47F4-9E57-E18D24C06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58"/>
          <a:stretch/>
        </p:blipFill>
        <p:spPr bwMode="auto">
          <a:xfrm>
            <a:off x="5945529" y="990600"/>
            <a:ext cx="5189316" cy="577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660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396</Words>
  <Application>Microsoft Office PowerPoint</Application>
  <DocSecurity>0</DocSecurity>
  <PresentationFormat>Panorámica</PresentationFormat>
  <Paragraphs>164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Oscar David De la Cruz Hernández</cp:lastModifiedBy>
  <cp:revision>17</cp:revision>
  <dcterms:created xsi:type="dcterms:W3CDTF">2026-07-20T07:02:15Z</dcterms:created>
  <dcterms:modified xsi:type="dcterms:W3CDTF">2026-07-20T19:13:57Z</dcterms:modified>
</cp:coreProperties>
</file>