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549104281a40b8" /><Relationship Type="http://schemas.openxmlformats.org/officeDocument/2006/relationships/extended-properties" Target="/docProps/app.xml" Id="R22fe3cda29e44928" /><Relationship Type="http://schemas.openxmlformats.org/officeDocument/2006/relationships/officeDocument" Target="/ppt/presentation.xml" Id="R34ec1daaa9424c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fc893754b64851"/>
  </p:sldMasterIdLst>
  <p:notesMasterIdLst>
    <p:notesMasterId xmlns:r="http://schemas.openxmlformats.org/officeDocument/2006/relationships" r:id="Rd258ff16bde04c79"/>
  </p:notesMasterIdLst>
  <p:sldIdLst>
    <p:sldId xmlns:r="http://schemas.openxmlformats.org/officeDocument/2006/relationships" id="256" r:id="R3deb8d6f7a064d26"/>
    <p:sldId xmlns:r="http://schemas.openxmlformats.org/officeDocument/2006/relationships" id="257" r:id="Rc28f21f2cee64685"/>
    <p:sldId xmlns:r="http://schemas.openxmlformats.org/officeDocument/2006/relationships" id="258" r:id="Rbfdbf4183df7406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2478be437145a8" /><Relationship Type="http://schemas.openxmlformats.org/officeDocument/2006/relationships/slideMaster" Target="/ppt/slideMasters/slideMaster1.xml" Id="Racfc893754b64851" /><Relationship Type="http://schemas.openxmlformats.org/officeDocument/2006/relationships/notesMaster" Target="/ppt/notesMasters/notesMaster1.xml" Id="Rd258ff16bde04c79" /><Relationship Type="http://schemas.openxmlformats.org/officeDocument/2006/relationships/presProps" Target="/ppt/presProps.xml" Id="Rd9b6c0cb118a4e3a" /><Relationship Type="http://schemas.openxmlformats.org/officeDocument/2006/relationships/viewProps" Target="/ppt/viewProps.xml" Id="R61f388228bd74b99" /><Relationship Type="http://schemas.openxmlformats.org/officeDocument/2006/relationships/tableStyles" Target="/ppt/tableStyles.xml" Id="Ra24a1255ae824a04" /><Relationship Type="http://schemas.openxmlformats.org/officeDocument/2006/relationships/slide" Target="/ppt/slides/slide1.xml" Id="R3deb8d6f7a064d26" /><Relationship Type="http://schemas.openxmlformats.org/officeDocument/2006/relationships/slide" Target="/ppt/slides/slide2.xml" Id="Rc28f21f2cee64685" /><Relationship Type="http://schemas.openxmlformats.org/officeDocument/2006/relationships/slide" Target="/ppt/slides/slide3.xml" Id="Rbfdbf4183df740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ba578239564a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3943f295734a17" /><Relationship Type="http://schemas.openxmlformats.org/officeDocument/2006/relationships/notesMaster" Target="/ppt/notesMasters/notesMaster1.xml" Id="R458f4f2c555146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f8f5be0dc34462" /><Relationship Type="http://schemas.openxmlformats.org/officeDocument/2006/relationships/notesMaster" Target="/ppt/notesMasters/notesMaster1.xml" Id="R4b0695acfa644a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dff1dfa2764811" /><Relationship Type="http://schemas.openxmlformats.org/officeDocument/2006/relationships/notesMaster" Target="/ppt/notesMasters/notesMaster1.xml" Id="Rf93c8e4febc04f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8954a32cd54e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8a0f32fe034c1b" /><Relationship Type="http://schemas.openxmlformats.org/officeDocument/2006/relationships/slideLayout" Target="/ppt/slideLayouts/slideLayout1.xml" Id="R63adbfcaa44246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adbfcaa44246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02c6b915244b0" /><Relationship Type="http://schemas.openxmlformats.org/officeDocument/2006/relationships/image" Target="/ppt/media/image.png" Id="Rde90346354694649" /><Relationship Type="http://schemas.openxmlformats.org/officeDocument/2006/relationships/notesSlide" Target="/ppt/notesSlides/notesSlide1.xml" Id="R5868670c0dbb43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6485c2b4d479b" /><Relationship Type="http://schemas.openxmlformats.org/officeDocument/2006/relationships/notesSlide" Target="/ppt/notesSlides/notesSlide2.xml" Id="Ra7ccf84c4c0049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d7cfe340044a9" /><Relationship Type="http://schemas.openxmlformats.org/officeDocument/2006/relationships/notesSlide" Target="/ppt/notesSlides/notesSlide3.xml" Id="R2e951446629645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mpany">
            <a:extLst xmlns:a="http://schemas.openxmlformats.org/drawingml/2006/main">
              <a:ext uri="{FF2B5EF4-FFF2-40B4-BE49-F238E27FC236}">
                <a16:creationId xmlns:a16="http://schemas.microsoft.com/office/drawing/2014/main" id="{7FF50296-E953-40D3-B781-59A9A581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DISTRIBUIDORA PANAMERICANA · GRUPO C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D04C9F4-83FF-419A-8EE8-5FBD6FDC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315DBF"/>
                </a:solidFill>
              </a:defRPr>
            </a:pPr>
            <a:r>
              <a:rPr sz="2625" b="1">
                <a:solidFill>
                  <a:srgbClr val="315DBF"/>
                </a:solidFill>
              </a:rPr>
              <a:t>Sistema de gestión de ventas e inventario para la Distribuidora Panamericana</a:t>
            </a: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FD91BBFA-AA86-4434-91AB-FEC07EBF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521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4" name="description">
            <a:extLst xmlns:a="http://schemas.openxmlformats.org/drawingml/2006/main">
              <a:ext uri="{FF2B5EF4-FFF2-40B4-BE49-F238E27FC236}">
                <a16:creationId xmlns:a16="http://schemas.microsoft.com/office/drawing/2014/main" id="{4525A92F-2C4E-448E-8122-44A700D7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0252D"/>
                </a:solidFill>
              </a:defRPr>
            </a:pPr>
            <a:r>
              <a:rPr sz="1350">
                <a:solidFill>
                  <a:srgbClr val="20252D"/>
                </a:solidFill>
              </a:rPr>
              <a:t>La aplicación es una p</a:t>
            </a:r>
            <a:r>
              <a:rPr sz="1350" b="0">
                <a:solidFill>
                  <a:srgbClr val="20252D"/>
                </a:solidFill>
              </a:rPr>
              <a:t>lataforma</a:t>
            </a:r>
            <a:r>
              <a:rPr sz="1350" b="0">
                <a:solidFill>
                  <a:srgbClr val="20252D"/>
                </a:solidFill>
              </a:rPr>
              <a:t> web para </a:t>
            </a:r>
            <a:r>
              <a:rPr sz="1350" b="0">
                <a:solidFill>
                  <a:srgbClr val="20252D"/>
                </a:solidFill>
              </a:rPr>
              <a:t>administrar</a:t>
            </a:r>
            <a:r>
              <a:rPr sz="1350" b="0">
                <a:solidFill>
                  <a:srgbClr val="20252D"/>
                </a:solidFill>
              </a:rPr>
              <a:t> </a:t>
            </a:r>
            <a:r>
              <a:rPr sz="1350" b="0">
                <a:solidFill>
                  <a:srgbClr val="20252D"/>
                </a:solidFill>
              </a:rPr>
              <a:t>el</a:t>
            </a:r>
            <a:r>
              <a:rPr sz="1350" b="0">
                <a:solidFill>
                  <a:srgbClr val="20252D"/>
                </a:solidFill>
              </a:rPr>
              <a:t> </a:t>
            </a:r>
            <a:r>
              <a:rPr sz="1350" b="0">
                <a:solidFill>
                  <a:srgbClr val="20252D"/>
                </a:solidFill>
              </a:rPr>
              <a:t>catálogo</a:t>
            </a:r>
            <a:r>
              <a:rPr sz="1350" b="0">
                <a:solidFill>
                  <a:srgbClr val="20252D"/>
                </a:solidFill>
              </a:rPr>
              <a:t>, </a:t>
            </a:r>
            <a:r>
              <a:rPr sz="1350" b="0">
                <a:solidFill>
                  <a:srgbClr val="20252D"/>
                </a:solidFill>
              </a:rPr>
              <a:t>controlar</a:t>
            </a:r>
            <a:r>
              <a:rPr sz="1350" b="0">
                <a:solidFill>
                  <a:srgbClr val="20252D"/>
                </a:solidFill>
              </a:rPr>
              <a:t> </a:t>
            </a:r>
            <a:r>
              <a:rPr sz="1350" b="0">
                <a:solidFill>
                  <a:srgbClr val="20252D"/>
                </a:solidFill>
              </a:rPr>
              <a:t>existencias</a:t>
            </a:r>
            <a:r>
              <a:rPr sz="1350" b="0">
                <a:solidFill>
                  <a:srgbClr val="20252D"/>
                </a:solidFill>
              </a:rPr>
              <a:t>, registrar </a:t>
            </a:r>
            <a:r>
              <a:rPr sz="1350" b="0">
                <a:solidFill>
                  <a:srgbClr val="20252D"/>
                </a:solidFill>
              </a:rPr>
              <a:t>pedidos</a:t>
            </a:r>
            <a:r>
              <a:rPr sz="1350" b="0">
                <a:solidFill>
                  <a:srgbClr val="20252D"/>
                </a:solidFill>
              </a:rPr>
              <a:t> y </a:t>
            </a:r>
            <a:r>
              <a:rPr sz="1350" b="0">
                <a:solidFill>
                  <a:srgbClr val="20252D"/>
                </a:solidFill>
              </a:rPr>
              <a:t>consultar</a:t>
            </a:r>
            <a:r>
              <a:rPr sz="1350" b="0">
                <a:solidFill>
                  <a:srgbClr val="20252D"/>
                </a:solidFill>
              </a:rPr>
              <a:t> </a:t>
            </a:r>
            <a:r>
              <a:rPr sz="1350" b="0">
                <a:solidFill>
                  <a:srgbClr val="20252D"/>
                </a:solidFill>
              </a:rPr>
              <a:t>ventas</a:t>
            </a:r>
            <a:r>
              <a:rPr sz="1350" b="0">
                <a:solidFill>
                  <a:srgbClr val="20252D"/>
                </a:solidFill>
              </a:rPr>
              <a:t>. Integra </a:t>
            </a:r>
            <a:r>
              <a:rPr sz="1350" b="0">
                <a:solidFill>
                  <a:srgbClr val="20252D"/>
                </a:solidFill>
              </a:rPr>
              <a:t>productos</a:t>
            </a:r>
            <a:r>
              <a:rPr sz="1350" b="0">
                <a:solidFill>
                  <a:srgbClr val="20252D"/>
                </a:solidFill>
              </a:rPr>
              <a:t>, </a:t>
            </a:r>
            <a:r>
              <a:rPr sz="1350" b="0">
                <a:solidFill>
                  <a:srgbClr val="20252D"/>
                </a:solidFill>
              </a:rPr>
              <a:t>marcas</a:t>
            </a:r>
            <a:r>
              <a:rPr sz="1350" b="0">
                <a:solidFill>
                  <a:srgbClr val="20252D"/>
                </a:solidFill>
              </a:rPr>
              <a:t>, </a:t>
            </a:r>
            <a:r>
              <a:rPr sz="1350" b="0">
                <a:solidFill>
                  <a:srgbClr val="20252D"/>
                </a:solidFill>
              </a:rPr>
              <a:t>familias</a:t>
            </a:r>
            <a:r>
              <a:rPr sz="1350" b="0">
                <a:solidFill>
                  <a:srgbClr val="20252D"/>
                </a:solidFill>
              </a:rPr>
              <a:t>, </a:t>
            </a:r>
            <a:r>
              <a:rPr sz="1350" b="0">
                <a:solidFill>
                  <a:srgbClr val="20252D"/>
                </a:solidFill>
              </a:rPr>
              <a:t>usuarios</a:t>
            </a:r>
            <a:r>
              <a:rPr sz="1350" b="0">
                <a:solidFill>
                  <a:srgbClr val="20252D"/>
                </a:solidFill>
              </a:rPr>
              <a:t>, </a:t>
            </a:r>
            <a:r>
              <a:rPr sz="1350" b="0">
                <a:solidFill>
                  <a:srgbClr val="20252D"/>
                </a:solidFill>
              </a:rPr>
              <a:t>ofertas</a:t>
            </a:r>
            <a:r>
              <a:rPr sz="1350" b="0">
                <a:solidFill>
                  <a:srgbClr val="20252D"/>
                </a:solidFill>
              </a:rPr>
              <a:t> y </a:t>
            </a:r>
            <a:r>
              <a:rPr sz="1350" b="0">
                <a:solidFill>
                  <a:srgbClr val="20252D"/>
                </a:solidFill>
              </a:rPr>
              <a:t>métodos</a:t>
            </a:r>
            <a:r>
              <a:rPr sz="1350" b="0">
                <a:solidFill>
                  <a:srgbClr val="20252D"/>
                </a:solidFill>
              </a:rPr>
              <a:t> de </a:t>
            </a:r>
            <a:r>
              <a:rPr sz="1350" b="0">
                <a:solidFill>
                  <a:srgbClr val="20252D"/>
                </a:solidFill>
              </a:rPr>
              <a:t>entrega</a:t>
            </a:r>
            <a:r>
              <a:rPr sz="1350" b="0">
                <a:solidFill>
                  <a:srgbClr val="20252D"/>
                </a:solidFill>
              </a:rPr>
              <a:t> </a:t>
            </a:r>
            <a:r>
              <a:rPr sz="1350" b="0">
                <a:solidFill>
                  <a:srgbClr val="20252D"/>
                </a:solidFill>
              </a:rPr>
              <a:t>en</a:t>
            </a:r>
            <a:r>
              <a:rPr sz="1350" b="0">
                <a:solidFill>
                  <a:srgbClr val="20252D"/>
                </a:solidFill>
              </a:rPr>
              <a:t> una sola </a:t>
            </a:r>
            <a:r>
              <a:rPr sz="1350" b="0">
                <a:solidFill>
                  <a:srgbClr val="20252D"/>
                </a:solidFill>
              </a:rPr>
              <a:t>operación</a:t>
            </a:r>
            <a:r>
              <a:rPr sz="1350" b="0">
                <a:solidFill>
                  <a:srgbClr val="20252D"/>
                </a:solidFill>
              </a:rPr>
              <a:t>.</a:t>
            </a:r>
          </a:p>
        </p:txBody>
      </p:sp>
      <p:sp>
        <p:nvSpPr>
          <p:cNvPr id="5" name="scope">
            <a:extLst xmlns:a="http://schemas.openxmlformats.org/drawingml/2006/main">
              <a:ext uri="{FF2B5EF4-FFF2-40B4-BE49-F238E27FC236}">
                <a16:creationId xmlns:a16="http://schemas.microsoft.com/office/drawing/2014/main" id="{00A74733-789C-4C0B-A574-F02956D7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5DBF"/>
                </a:solidFill>
              </a:defRPr>
            </a:pPr>
            <a:r>
              <a:rPr sz="975" b="1">
                <a:solidFill>
                  <a:srgbClr val="315DBF"/>
                </a:solidFill>
              </a:rPr>
              <a:t>COLECCIONES PRINCIPALES: </a:t>
            </a:r>
            <a:r>
              <a:rPr sz="975" b="1">
                <a:solidFill>
                  <a:srgbClr val="315DBF"/>
                </a:solidFill>
              </a:rPr>
              <a:t>CATÁLOGO  ·  INVENTARIO  ·  PEDIDOS  ·  VENTAS</a:t>
            </a:r>
          </a:p>
        </p:txBody>
      </p:sp>
      <p:pic>
        <p:nvPicPr>
          <p:cNvPr id="17" name="Imagen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0346354694649"/>
          <a:stretch xmlns:a="http://schemas.openxmlformats.org/drawingml/2006/main"/>
        </p:blipFill>
        <p:spPr>
          <a:xfrm xmlns:a="http://schemas.openxmlformats.org/drawingml/2006/main">
            <a:off x="6000750" y="1156803"/>
            <a:ext cx="5734050" cy="3001344"/>
          </a:xfrm>
          <a:prstGeom xmlns:a="http://schemas.openxmlformats.org/drawingml/2006/main" prst="roundRect">
            <a:avLst>
              <a:gd name="adj" fmla="val 1449"/>
            </a:avLst>
          </a:prstGeom>
        </p:spPr>
      </p:pic>
      <p:sp>
        <p:nvSpPr>
          <p:cNvPr id="7" name="caption">
            <a:extLst xmlns:a="http://schemas.openxmlformats.org/drawingml/2006/main">
              <a:ext uri="{FF2B5EF4-FFF2-40B4-BE49-F238E27FC236}">
                <a16:creationId xmlns:a16="http://schemas.microsoft.com/office/drawing/2014/main" id="{415B6DED-B94E-4747-B967-6E354AEE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573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Captura del sistema — página principal</a:t>
            </a:r>
          </a:p>
        </p:txBody>
      </p:sp>
      <p:sp>
        <p:nvSpPr>
          <p:cNvPr id="8" name="note">
            <a:extLst xmlns:a="http://schemas.openxmlformats.org/drawingml/2006/main">
              <a:ext uri="{FF2B5EF4-FFF2-40B4-BE49-F238E27FC236}">
                <a16:creationId xmlns:a16="http://schemas.microsoft.com/office/drawing/2014/main" id="{656A97F5-12FA-4324-AE14-104EF03A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15DBF"/>
                </a:solidFill>
              </a:defRPr>
            </a:pPr>
            <a:r>
              <a:rPr sz="1275" b="1">
                <a:solidFill>
                  <a:srgbClr val="315DBF"/>
                </a:solidFill>
              </a:rPr>
              <a:t>Base para tres aplicaciones de analítica: anticipar, segmentar decisiones y personalizar la experiencia.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727DC9AF-F81C-46D2-83F6-681A1C53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4960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14264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cls-kicker">
            <a:extLst xmlns:a="http://schemas.openxmlformats.org/drawingml/2006/main">
              <a:ext uri="{FF2B5EF4-FFF2-40B4-BE49-F238E27FC236}">
                <a16:creationId xmlns:a16="http://schemas.microsoft.com/office/drawing/2014/main" id="{2350C141-73ED-4C73-99C5-C506EF75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2C7"/>
                </a:solidFill>
              </a:defRPr>
            </a:pPr>
            <a:r>
              <a:rPr sz="1200" b="1">
                <a:solidFill>
                  <a:srgbClr val="2F62C7"/>
                </a:solidFill>
              </a:rPr>
              <a:t>PROPUESTA 1 · CLASIFICACIÓN</a:t>
            </a:r>
          </a:p>
        </p:txBody>
      </p:sp>
      <p:sp>
        <p:nvSpPr>
          <p:cNvPr id="2" name="cls-title">
            <a:extLst xmlns:a="http://schemas.openxmlformats.org/drawingml/2006/main">
              <a:ext uri="{FF2B5EF4-FFF2-40B4-BE49-F238E27FC236}">
                <a16:creationId xmlns:a16="http://schemas.microsoft.com/office/drawing/2014/main" id="{0DC441C2-C7AC-415E-B53D-9F7AE2AF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356B"/>
                </a:solidFill>
              </a:defRPr>
            </a:pPr>
            <a:r>
              <a:rPr sz="2625" b="1">
                <a:solidFill>
                  <a:srgbClr val="12356B"/>
                </a:solidFill>
              </a:rPr>
              <a:t>Predecir qué pedidos tienen riesgo de cancelación</a:t>
            </a:r>
          </a:p>
        </p:txBody>
      </p:sp>
      <p:sp>
        <p:nvSpPr>
          <p:cNvPr id="3" name="cls-page">
            <a:extLst xmlns:a="http://schemas.openxmlformats.org/drawingml/2006/main">
              <a:ext uri="{FF2B5EF4-FFF2-40B4-BE49-F238E27FC236}">
                <a16:creationId xmlns:a16="http://schemas.microsoft.com/office/drawing/2014/main" id="{77E2CC93-56F6-4C29-961C-E39BB5F0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677C"/>
                </a:solidFill>
              </a:defRPr>
            </a:pPr>
            <a:r>
              <a:rPr sz="975" b="0">
                <a:solidFill>
                  <a:srgbClr val="59677C"/>
                </a:solidFill>
              </a:rPr>
              <a:t>2</a:t>
            </a:r>
          </a:p>
        </p:txBody>
      </p:sp>
      <p:sp>
        <p:nvSpPr>
          <p:cNvPr id="4" name="cls-database-panel">
            <a:extLst xmlns:a="http://schemas.openxmlformats.org/drawingml/2006/main">
              <a:ext uri="{FF2B5EF4-FFF2-40B4-BE49-F238E27FC236}">
                <a16:creationId xmlns:a16="http://schemas.microsoft.com/office/drawing/2014/main" id="{01BAD15E-C413-4034-A1C8-3AF90148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4762500" cy="4857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2C7"/>
            </a:solidFill>
            <a:prstDash val="solid"/>
          </a:ln>
        </p:spPr>
      </p:sp>
      <p:sp>
        <p:nvSpPr>
          <p:cNvPr id="5" name="cls-database-banner">
            <a:extLst xmlns:a="http://schemas.openxmlformats.org/drawingml/2006/main">
              <a:ext uri="{FF2B5EF4-FFF2-40B4-BE49-F238E27FC236}">
                <a16:creationId xmlns:a16="http://schemas.microsoft.com/office/drawing/2014/main" id="{68BB8621-955F-4C46-B43A-EA6989C8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81100"/>
            <a:ext cx="2667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1FC"/>
          </a:solidFill>
          <a:ln xmlns:a="http://schemas.openxmlformats.org/drawingml/2006/main" w="0">
            <a:solidFill>
              <a:srgbClr val="EAF1FC"/>
            </a:solidFill>
            <a:prstDash val="solid"/>
          </a:ln>
        </p:spPr>
      </p:sp>
      <p:sp>
        <p:nvSpPr>
          <p:cNvPr id="6" name="cls-database-banner-text">
            <a:extLst xmlns:a="http://schemas.openxmlformats.org/drawingml/2006/main">
              <a:ext uri="{FF2B5EF4-FFF2-40B4-BE49-F238E27FC236}">
                <a16:creationId xmlns:a16="http://schemas.microsoft.com/office/drawing/2014/main" id="{D31775EF-44F3-4366-88E6-AA543FB2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668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56B"/>
                </a:solidFill>
              </a:defRPr>
            </a:pPr>
            <a:r>
              <a:rPr sz="1425" b="1">
                <a:solidFill>
                  <a:srgbClr val="12356B"/>
                </a:solidFill>
              </a:rPr>
              <a:t>▰  COLECCIONES MONGODB</a:t>
            </a:r>
          </a:p>
        </p:txBody>
      </p:sp>
      <p:sp>
        <p:nvSpPr>
          <p:cNvPr id="7" name="cls-entity-USUARIOS">
            <a:extLst xmlns:a="http://schemas.openxmlformats.org/drawingml/2006/main">
              <a:ext uri="{FF2B5EF4-FFF2-40B4-BE49-F238E27FC236}">
                <a16:creationId xmlns:a16="http://schemas.microsoft.com/office/drawing/2014/main" id="{9E4F5028-CD58-4C32-99DA-EF22A45E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8097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56B"/>
            </a:solidFill>
            <a:prstDash val="solid"/>
          </a:ln>
        </p:spPr>
      </p:sp>
      <p:sp>
        <p:nvSpPr>
          <p:cNvPr id="8" name="cls-entity-head-USUARIOS">
            <a:extLst xmlns:a="http://schemas.openxmlformats.org/drawingml/2006/main">
              <a:ext uri="{FF2B5EF4-FFF2-40B4-BE49-F238E27FC236}">
                <a16:creationId xmlns:a16="http://schemas.microsoft.com/office/drawing/2014/main" id="{7EE53768-E52B-480E-9BD4-8F73E7FC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80975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2356B"/>
          </a:solidFill>
          <a:ln xmlns:a="http://schemas.openxmlformats.org/drawingml/2006/main" w="9525">
            <a:solidFill>
              <a:srgbClr val="12356B"/>
            </a:solidFill>
            <a:prstDash val="solid"/>
          </a:ln>
        </p:spPr>
      </p:sp>
      <p:sp>
        <p:nvSpPr>
          <p:cNvPr id="9" name="cls-entity-title-USUARIOS">
            <a:extLst xmlns:a="http://schemas.openxmlformats.org/drawingml/2006/main">
              <a:ext uri="{FF2B5EF4-FFF2-40B4-BE49-F238E27FC236}">
                <a16:creationId xmlns:a16="http://schemas.microsoft.com/office/drawing/2014/main" id="{CD05749A-9452-4BA7-A06F-38507A2B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USUARIOS</a:t>
            </a:r>
          </a:p>
        </p:txBody>
      </p:sp>
      <p:sp>
        <p:nvSpPr>
          <p:cNvPr id="10" name="cls-entity-field-USUARIOS-0">
            <a:extLst xmlns:a="http://schemas.openxmlformats.org/drawingml/2006/main">
              <a:ext uri="{FF2B5EF4-FFF2-40B4-BE49-F238E27FC236}">
                <a16:creationId xmlns:a16="http://schemas.microsoft.com/office/drawing/2014/main" id="{8D99F691-CC01-4F98-96C1-81C79B27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71700"/>
            <a:ext cx="1638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</a:defRPr>
            </a:pPr>
            <a:r>
              <a:rPr sz="1050" b="1">
                <a:solidFill>
                  <a:srgbClr val="1F2937"/>
                </a:solidFill>
              </a:rPr>
              <a:t>_id  · PK</a:t>
            </a:r>
          </a:p>
        </p:txBody>
      </p:sp>
      <p:sp>
        <p:nvSpPr>
          <p:cNvPr id="11" name="cls-entity-rule-USUARIOS-1">
            <a:extLst xmlns:a="http://schemas.openxmlformats.org/drawingml/2006/main">
              <a:ext uri="{FF2B5EF4-FFF2-40B4-BE49-F238E27FC236}">
                <a16:creationId xmlns:a16="http://schemas.microsoft.com/office/drawing/2014/main" id="{433B121F-B11B-4FFE-A89D-ED0665C7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12" name="cls-entity-field-USUARIOS-1">
            <a:extLst xmlns:a="http://schemas.openxmlformats.org/drawingml/2006/main">
              <a:ext uri="{FF2B5EF4-FFF2-40B4-BE49-F238E27FC236}">
                <a16:creationId xmlns:a16="http://schemas.microsoft.com/office/drawing/2014/main" id="{AB9D000D-3D99-466D-B20E-37ECBAB2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38400"/>
            <a:ext cx="1638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nombre</a:t>
            </a:r>
          </a:p>
        </p:txBody>
      </p:sp>
      <p:sp>
        <p:nvSpPr>
          <p:cNvPr id="13" name="cls-entity-rule-USUARIOS-2">
            <a:extLst xmlns:a="http://schemas.openxmlformats.org/drawingml/2006/main">
              <a:ext uri="{FF2B5EF4-FFF2-40B4-BE49-F238E27FC236}">
                <a16:creationId xmlns:a16="http://schemas.microsoft.com/office/drawing/2014/main" id="{DA4B4025-871B-490E-AA8D-ACB2E252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14" name="cls-entity-field-USUARIOS-2">
            <a:extLst xmlns:a="http://schemas.openxmlformats.org/drawingml/2006/main">
              <a:ext uri="{FF2B5EF4-FFF2-40B4-BE49-F238E27FC236}">
                <a16:creationId xmlns:a16="http://schemas.microsoft.com/office/drawing/2014/main" id="{2C4D7B1D-2AF0-460D-9F5B-BF68C000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05100"/>
            <a:ext cx="1638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rol</a:t>
            </a:r>
          </a:p>
        </p:txBody>
      </p:sp>
      <p:sp>
        <p:nvSpPr>
          <p:cNvPr id="15" name="cls-entity-PEDIDOS">
            <a:extLst xmlns:a="http://schemas.openxmlformats.org/drawingml/2006/main">
              <a:ext uri="{FF2B5EF4-FFF2-40B4-BE49-F238E27FC236}">
                <a16:creationId xmlns:a16="http://schemas.microsoft.com/office/drawing/2014/main" id="{7D0A63D3-400C-4E1B-AD5C-A7E138FF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52600"/>
            <a:ext cx="1952625" cy="1924050"/>
          </a:xfrm>
          <a:prstGeom xmlns:a="http://schemas.openxmlformats.org/drawingml/2006/main" prst="roundRect">
            <a:avLst>
              <a:gd name="adj" fmla="val 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56B"/>
            </a:solidFill>
            <a:prstDash val="solid"/>
          </a:ln>
        </p:spPr>
      </p:sp>
      <p:sp>
        <p:nvSpPr>
          <p:cNvPr id="16" name="cls-entity-head-PEDIDOS">
            <a:extLst xmlns:a="http://schemas.openxmlformats.org/drawingml/2006/main">
              <a:ext uri="{FF2B5EF4-FFF2-40B4-BE49-F238E27FC236}">
                <a16:creationId xmlns:a16="http://schemas.microsoft.com/office/drawing/2014/main" id="{EEFF7A28-BAB2-4FF9-9F43-5C967001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52600"/>
            <a:ext cx="1952625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2356B"/>
          </a:solidFill>
          <a:ln xmlns:a="http://schemas.openxmlformats.org/drawingml/2006/main" w="9525">
            <a:solidFill>
              <a:srgbClr val="12356B"/>
            </a:solidFill>
            <a:prstDash val="solid"/>
          </a:ln>
        </p:spPr>
      </p:sp>
      <p:sp>
        <p:nvSpPr>
          <p:cNvPr id="17" name="cls-entity-title-PEDIDOS">
            <a:extLst xmlns:a="http://schemas.openxmlformats.org/drawingml/2006/main">
              <a:ext uri="{FF2B5EF4-FFF2-40B4-BE49-F238E27FC236}">
                <a16:creationId xmlns:a16="http://schemas.microsoft.com/office/drawing/2014/main" id="{851A432F-16FE-41BE-8F32-B8BFAAAC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0225"/>
            <a:ext cx="1838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PEDIDOS</a:t>
            </a:r>
          </a:p>
        </p:txBody>
      </p:sp>
      <p:sp>
        <p:nvSpPr>
          <p:cNvPr id="18" name="cls-entity-field-PEDIDOS-0">
            <a:extLst xmlns:a="http://schemas.openxmlformats.org/drawingml/2006/main">
              <a:ext uri="{FF2B5EF4-FFF2-40B4-BE49-F238E27FC236}">
                <a16:creationId xmlns:a16="http://schemas.microsoft.com/office/drawing/2014/main" id="{B6BC9427-2717-48B0-B398-6B7A3F6F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114550"/>
            <a:ext cx="1781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</a:defRPr>
            </a:pPr>
            <a:r>
              <a:rPr sz="1050" b="1">
                <a:solidFill>
                  <a:srgbClr val="1F2937"/>
                </a:solidFill>
              </a:rPr>
              <a:t>_id  · PK</a:t>
            </a:r>
          </a:p>
        </p:txBody>
      </p:sp>
      <p:sp>
        <p:nvSpPr>
          <p:cNvPr id="19" name="cls-entity-rule-PEDIDOS-1">
            <a:extLst xmlns:a="http://schemas.openxmlformats.org/drawingml/2006/main">
              <a:ext uri="{FF2B5EF4-FFF2-40B4-BE49-F238E27FC236}">
                <a16:creationId xmlns:a16="http://schemas.microsoft.com/office/drawing/2014/main" id="{5D2073BE-90F9-4C58-A887-E59860D5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20" name="cls-entity-field-PEDIDOS-1">
            <a:extLst xmlns:a="http://schemas.openxmlformats.org/drawingml/2006/main">
              <a:ext uri="{FF2B5EF4-FFF2-40B4-BE49-F238E27FC236}">
                <a16:creationId xmlns:a16="http://schemas.microsoft.com/office/drawing/2014/main" id="{600C6D5D-6D3C-4198-ACD0-8F1D3B8F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381250"/>
            <a:ext cx="1781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usuario · FK</a:t>
            </a:r>
          </a:p>
        </p:txBody>
      </p:sp>
      <p:sp>
        <p:nvSpPr>
          <p:cNvPr id="21" name="cls-entity-rule-PEDIDOS-2">
            <a:extLst xmlns:a="http://schemas.openxmlformats.org/drawingml/2006/main">
              <a:ext uri="{FF2B5EF4-FFF2-40B4-BE49-F238E27FC236}">
                <a16:creationId xmlns:a16="http://schemas.microsoft.com/office/drawing/2014/main" id="{044305F1-1F45-4569-B652-C79D8DBD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22" name="cls-entity-field-PEDIDOS-2">
            <a:extLst xmlns:a="http://schemas.openxmlformats.org/drawingml/2006/main">
              <a:ext uri="{FF2B5EF4-FFF2-40B4-BE49-F238E27FC236}">
                <a16:creationId xmlns:a16="http://schemas.microsoft.com/office/drawing/2014/main" id="{F00204FF-8B1A-4EB8-A1B2-D42C315C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47950"/>
            <a:ext cx="1781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productos [ ]</a:t>
            </a:r>
          </a:p>
        </p:txBody>
      </p:sp>
      <p:sp>
        <p:nvSpPr>
          <p:cNvPr id="23" name="cls-entity-rule-PEDIDOS-3">
            <a:extLst xmlns:a="http://schemas.openxmlformats.org/drawingml/2006/main">
              <a:ext uri="{FF2B5EF4-FFF2-40B4-BE49-F238E27FC236}">
                <a16:creationId xmlns:a16="http://schemas.microsoft.com/office/drawing/2014/main" id="{6322A791-79BA-4558-8BD4-6C227F29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24" name="cls-entity-field-PEDIDOS-3">
            <a:extLst xmlns:a="http://schemas.openxmlformats.org/drawingml/2006/main">
              <a:ext uri="{FF2B5EF4-FFF2-40B4-BE49-F238E27FC236}">
                <a16:creationId xmlns:a16="http://schemas.microsoft.com/office/drawing/2014/main" id="{CBF2EB9B-4BF6-4A7B-91F0-111CFB68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14650"/>
            <a:ext cx="1781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total</a:t>
            </a:r>
          </a:p>
        </p:txBody>
      </p:sp>
      <p:sp>
        <p:nvSpPr>
          <p:cNvPr id="25" name="cls-entity-rule-PEDIDOS-4">
            <a:extLst xmlns:a="http://schemas.openxmlformats.org/drawingml/2006/main">
              <a:ext uri="{FF2B5EF4-FFF2-40B4-BE49-F238E27FC236}">
                <a16:creationId xmlns:a16="http://schemas.microsoft.com/office/drawing/2014/main" id="{80E2B2E5-8A9C-4CF4-8381-6D4B86BE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26" name="cls-entity-field-PEDIDOS-4">
            <a:extLst xmlns:a="http://schemas.openxmlformats.org/drawingml/2006/main">
              <a:ext uri="{FF2B5EF4-FFF2-40B4-BE49-F238E27FC236}">
                <a16:creationId xmlns:a16="http://schemas.microsoft.com/office/drawing/2014/main" id="{EDFCA59D-5003-4F08-8065-BC23B6A3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181350"/>
            <a:ext cx="1781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metodoPago</a:t>
            </a:r>
          </a:p>
        </p:txBody>
      </p:sp>
      <p:sp>
        <p:nvSpPr>
          <p:cNvPr id="27" name="cls-entity-rule-PEDIDOS-5">
            <a:extLst xmlns:a="http://schemas.openxmlformats.org/drawingml/2006/main">
              <a:ext uri="{FF2B5EF4-FFF2-40B4-BE49-F238E27FC236}">
                <a16:creationId xmlns:a16="http://schemas.microsoft.com/office/drawing/2014/main" id="{98C3E376-DCD9-4AEB-9E1E-9635EF14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28" name="cls-entity-field-PEDIDOS-5">
            <a:extLst xmlns:a="http://schemas.openxmlformats.org/drawingml/2006/main">
              <a:ext uri="{FF2B5EF4-FFF2-40B4-BE49-F238E27FC236}">
                <a16:creationId xmlns:a16="http://schemas.microsoft.com/office/drawing/2014/main" id="{F9601AA4-2A58-4E02-9B6F-59488484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448050"/>
            <a:ext cx="1781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estado</a:t>
            </a:r>
          </a:p>
        </p:txBody>
      </p:sp>
      <p:sp>
        <p:nvSpPr>
          <p:cNvPr id="29" name="cls-entity-PRODUCTOS">
            <a:extLst xmlns:a="http://schemas.openxmlformats.org/drawingml/2006/main">
              <a:ext uri="{FF2B5EF4-FFF2-40B4-BE49-F238E27FC236}">
                <a16:creationId xmlns:a16="http://schemas.microsoft.com/office/drawing/2014/main" id="{AC14EA52-E331-4BE2-BD60-5DE13B57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2095500" cy="1657350"/>
          </a:xfrm>
          <a:prstGeom xmlns:a="http://schemas.openxmlformats.org/drawingml/2006/main" prst="roundRect">
            <a:avLst>
              <a:gd name="adj" fmla="val 1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56B"/>
            </a:solidFill>
            <a:prstDash val="solid"/>
          </a:ln>
        </p:spPr>
      </p:sp>
      <p:sp>
        <p:nvSpPr>
          <p:cNvPr id="30" name="cls-entity-head-PRODUCTOS">
            <a:extLst xmlns:a="http://schemas.openxmlformats.org/drawingml/2006/main">
              <a:ext uri="{FF2B5EF4-FFF2-40B4-BE49-F238E27FC236}">
                <a16:creationId xmlns:a16="http://schemas.microsoft.com/office/drawing/2014/main" id="{D12D80DB-FB6D-4970-88A5-B3DFA07E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20955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2356B"/>
          </a:solidFill>
          <a:ln xmlns:a="http://schemas.openxmlformats.org/drawingml/2006/main" w="9525">
            <a:solidFill>
              <a:srgbClr val="12356B"/>
            </a:solidFill>
            <a:prstDash val="solid"/>
          </a:ln>
        </p:spPr>
      </p:sp>
      <p:sp>
        <p:nvSpPr>
          <p:cNvPr id="31" name="cls-entity-title-PRODUCTOS">
            <a:extLst xmlns:a="http://schemas.openxmlformats.org/drawingml/2006/main">
              <a:ext uri="{FF2B5EF4-FFF2-40B4-BE49-F238E27FC236}">
                <a16:creationId xmlns:a16="http://schemas.microsoft.com/office/drawing/2014/main" id="{E9ED0B56-6490-498A-ACF5-EEA82E23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76237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PRODUCTOS</a:t>
            </a:r>
          </a:p>
        </p:txBody>
      </p:sp>
      <p:sp>
        <p:nvSpPr>
          <p:cNvPr id="32" name="cls-entity-field-PRODUCTOS-0">
            <a:extLst xmlns:a="http://schemas.openxmlformats.org/drawingml/2006/main">
              <a:ext uri="{FF2B5EF4-FFF2-40B4-BE49-F238E27FC236}">
                <a16:creationId xmlns:a16="http://schemas.microsoft.com/office/drawing/2014/main" id="{3540522A-A701-4BEF-845D-FC54A956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76700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</a:defRPr>
            </a:pPr>
            <a:r>
              <a:rPr sz="1050" b="1">
                <a:solidFill>
                  <a:srgbClr val="1F2937"/>
                </a:solidFill>
              </a:rPr>
              <a:t>_id  · PK</a:t>
            </a:r>
          </a:p>
        </p:txBody>
      </p:sp>
      <p:sp>
        <p:nvSpPr>
          <p:cNvPr id="33" name="cls-entity-rule-PRODUCTOS-1">
            <a:extLst xmlns:a="http://schemas.openxmlformats.org/drawingml/2006/main">
              <a:ext uri="{FF2B5EF4-FFF2-40B4-BE49-F238E27FC236}">
                <a16:creationId xmlns:a16="http://schemas.microsoft.com/office/drawing/2014/main" id="{45E1D801-83C0-4FEC-B59F-DCBE8CB5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053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34" name="cls-entity-field-PRODUCTOS-1">
            <a:extLst xmlns:a="http://schemas.openxmlformats.org/drawingml/2006/main">
              <a:ext uri="{FF2B5EF4-FFF2-40B4-BE49-F238E27FC236}">
                <a16:creationId xmlns:a16="http://schemas.microsoft.com/office/drawing/2014/main" id="{53661B51-EA07-465E-AB07-B41BE4ED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nombre</a:t>
            </a:r>
          </a:p>
        </p:txBody>
      </p:sp>
      <p:sp>
        <p:nvSpPr>
          <p:cNvPr id="35" name="cls-entity-rule-PRODUCTOS-2">
            <a:extLst xmlns:a="http://schemas.openxmlformats.org/drawingml/2006/main">
              <a:ext uri="{FF2B5EF4-FFF2-40B4-BE49-F238E27FC236}">
                <a16:creationId xmlns:a16="http://schemas.microsoft.com/office/drawing/2014/main" id="{83561E80-31E9-4CC5-A748-D1BF7210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36" name="cls-entity-field-PRODUCTOS-2">
            <a:extLst xmlns:a="http://schemas.openxmlformats.org/drawingml/2006/main">
              <a:ext uri="{FF2B5EF4-FFF2-40B4-BE49-F238E27FC236}">
                <a16:creationId xmlns:a16="http://schemas.microsoft.com/office/drawing/2014/main" id="{6098BA5E-6B84-44C4-99EB-7CAC6BCE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10100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marca · FK</a:t>
            </a:r>
          </a:p>
        </p:txBody>
      </p:sp>
      <p:sp>
        <p:nvSpPr>
          <p:cNvPr id="37" name="cls-entity-rule-PRODUCTOS-3">
            <a:extLst xmlns:a="http://schemas.openxmlformats.org/drawingml/2006/main">
              <a:ext uri="{FF2B5EF4-FFF2-40B4-BE49-F238E27FC236}">
                <a16:creationId xmlns:a16="http://schemas.microsoft.com/office/drawing/2014/main" id="{1F1BD1C2-93B2-4C30-9BA9-201E0433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387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38" name="cls-entity-field-PRODUCTOS-3">
            <a:extLst xmlns:a="http://schemas.openxmlformats.org/drawingml/2006/main">
              <a:ext uri="{FF2B5EF4-FFF2-40B4-BE49-F238E27FC236}">
                <a16:creationId xmlns:a16="http://schemas.microsoft.com/office/drawing/2014/main" id="{834C6DB2-2EFE-4DF2-A57F-A54084AE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76800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familia · FK</a:t>
            </a:r>
          </a:p>
        </p:txBody>
      </p:sp>
      <p:sp>
        <p:nvSpPr>
          <p:cNvPr id="39" name="cls-entity-rule-PRODUCTOS-4">
            <a:extLst xmlns:a="http://schemas.openxmlformats.org/drawingml/2006/main">
              <a:ext uri="{FF2B5EF4-FFF2-40B4-BE49-F238E27FC236}">
                <a16:creationId xmlns:a16="http://schemas.microsoft.com/office/drawing/2014/main" id="{EE95FA8A-B095-4598-940E-7E1417EE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054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40" name="cls-entity-field-PRODUCTOS-4">
            <a:extLst xmlns:a="http://schemas.openxmlformats.org/drawingml/2006/main">
              <a:ext uri="{FF2B5EF4-FFF2-40B4-BE49-F238E27FC236}">
                <a16:creationId xmlns:a16="http://schemas.microsoft.com/office/drawing/2014/main" id="{21CC25A1-6682-4315-9417-52E5B714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43500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activo</a:t>
            </a:r>
          </a:p>
        </p:txBody>
      </p:sp>
      <p:sp>
        <p:nvSpPr>
          <p:cNvPr id="41" name="cls-relation-0">
            <a:extLst xmlns:a="http://schemas.openxmlformats.org/drawingml/2006/main">
              <a:ext uri="{FF2B5EF4-FFF2-40B4-BE49-F238E27FC236}">
                <a16:creationId xmlns:a16="http://schemas.microsoft.com/office/drawing/2014/main" id="{99F4D565-EFB3-417E-9650-7BD3697D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809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1FC"/>
          </a:solidFill>
          <a:ln xmlns:a="http://schemas.openxmlformats.org/drawingml/2006/main" w="9525">
            <a:solidFill>
              <a:srgbClr val="7FA0D8"/>
            </a:solidFill>
            <a:prstDash val="solid"/>
          </a:ln>
        </p:spPr>
      </p:sp>
      <p:sp>
        <p:nvSpPr>
          <p:cNvPr id="42" name="cls-relation-text-0">
            <a:extLst xmlns:a="http://schemas.openxmlformats.org/drawingml/2006/main">
              <a:ext uri="{FF2B5EF4-FFF2-40B4-BE49-F238E27FC236}">
                <a16:creationId xmlns:a16="http://schemas.microsoft.com/office/drawing/2014/main" id="{1F414405-40AD-4FBC-8961-5A0EB1B4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56B"/>
                </a:solidFill>
              </a:defRPr>
            </a:pPr>
            <a:r>
              <a:rPr sz="975" b="1">
                <a:solidFill>
                  <a:srgbClr val="12356B"/>
                </a:solidFill>
              </a:rPr>
              <a:t>USUARIO  1  →  N  PEDIDOS</a:t>
            </a:r>
          </a:p>
        </p:txBody>
      </p:sp>
      <p:sp>
        <p:nvSpPr>
          <p:cNvPr id="43" name="cls-keys-legend">
            <a:extLst xmlns:a="http://schemas.openxmlformats.org/drawingml/2006/main">
              <a:ext uri="{FF2B5EF4-FFF2-40B4-BE49-F238E27FC236}">
                <a16:creationId xmlns:a16="http://schemas.microsoft.com/office/drawing/2014/main" id="{F98C3FA8-D73E-4E84-98D6-F1578D2B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038600" cy="304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7FA0D8"/>
            </a:solidFill>
            <a:prstDash val="solid"/>
          </a:ln>
        </p:spPr>
      </p:sp>
      <p:sp>
        <p:nvSpPr>
          <p:cNvPr id="44" name="cls-keys-legend-text">
            <a:extLst xmlns:a="http://schemas.openxmlformats.org/drawingml/2006/main">
              <a:ext uri="{FF2B5EF4-FFF2-40B4-BE49-F238E27FC236}">
                <a16:creationId xmlns:a16="http://schemas.microsoft.com/office/drawing/2014/main" id="{93D2A5A5-DBEE-42A4-883C-22DE3130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3848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56B"/>
                </a:solidFill>
              </a:defRPr>
            </a:pPr>
            <a:r>
              <a:rPr sz="975" b="1">
                <a:solidFill>
                  <a:srgbClr val="12356B"/>
                </a:solidFill>
              </a:rPr>
              <a:t>PK: _id   ·   FK: ObjectId de referencia   ·   [ ]: arreglo</a:t>
            </a:r>
          </a:p>
        </p:txBody>
      </p:sp>
      <p:sp>
        <p:nvSpPr>
          <p:cNvPr id="45" name="cls-flow-arrow">
            <a:extLst xmlns:a="http://schemas.openxmlformats.org/drawingml/2006/main">
              <a:ext uri="{FF2B5EF4-FFF2-40B4-BE49-F238E27FC236}">
                <a16:creationId xmlns:a16="http://schemas.microsoft.com/office/drawing/2014/main" id="{28257671-86C3-46EF-ABE7-88287795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80010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2C7"/>
          </a:solidFill>
          <a:ln xmlns:a="http://schemas.openxmlformats.org/drawingml/2006/main" w="9525">
            <a:solidFill>
              <a:srgbClr val="2F62C7"/>
            </a:solidFill>
            <a:prstDash val="solid"/>
          </a:ln>
        </p:spPr>
      </p:sp>
      <p:sp>
        <p:nvSpPr>
          <p:cNvPr id="46" name="cls-flow-caption">
            <a:extLst xmlns:a="http://schemas.openxmlformats.org/drawingml/2006/main">
              <a:ext uri="{FF2B5EF4-FFF2-40B4-BE49-F238E27FC236}">
                <a16:creationId xmlns:a16="http://schemas.microsoft.com/office/drawing/2014/main" id="{033B9FB0-9022-445B-9AC0-7E6AE482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24250"/>
            <a:ext cx="1000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56B"/>
                </a:solidFill>
              </a:defRPr>
            </a:pPr>
            <a:r>
              <a:rPr sz="1125" b="1">
                <a:solidFill>
                  <a:srgbClr val="12356B"/>
                </a:solidFill>
              </a:rPr>
              <a:t>Extracción, unión</a:t>
            </a:r>
          </a:p>
          <a:p xmlns:a="http://schemas.openxmlformats.org/drawingml/2006/main">
            <a:pPr algn="ctr">
              <a:defRPr sz="1125" b="1">
                <a:solidFill>
                  <a:srgbClr val="12356B"/>
                </a:solidFill>
              </a:defRPr>
            </a:pPr>
            <a:r>
              <a:rPr sz="1125" b="1">
                <a:solidFill>
                  <a:srgbClr val="12356B"/>
                </a:solidFill>
              </a:rPr>
              <a:t>y codificación</a:t>
            </a:r>
          </a:p>
        </p:txBody>
      </p:sp>
      <p:sp>
        <p:nvSpPr>
          <p:cNvPr id="47" name="cls-dataset-panel">
            <a:extLst xmlns:a="http://schemas.openxmlformats.org/drawingml/2006/main">
              <a:ext uri="{FF2B5EF4-FFF2-40B4-BE49-F238E27FC236}">
                <a16:creationId xmlns:a16="http://schemas.microsoft.com/office/drawing/2014/main" id="{4202066F-B7D1-4725-AF84-102CE844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5667375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7643A"/>
            </a:solidFill>
            <a:prstDash val="solid"/>
          </a:ln>
        </p:spPr>
      </p:sp>
      <p:sp>
        <p:nvSpPr>
          <p:cNvPr id="48" name="cls-dataset-banner">
            <a:extLst xmlns:a="http://schemas.openxmlformats.org/drawingml/2006/main">
              <a:ext uri="{FF2B5EF4-FFF2-40B4-BE49-F238E27FC236}">
                <a16:creationId xmlns:a16="http://schemas.microsoft.com/office/drawing/2014/main" id="{A227AB42-096F-4984-826A-B0725C5D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81100"/>
            <a:ext cx="261937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5EC"/>
          </a:solidFill>
          <a:ln xmlns:a="http://schemas.openxmlformats.org/drawingml/2006/main" w="0">
            <a:solidFill>
              <a:srgbClr val="EAF5EC"/>
            </a:solidFill>
            <a:prstDash val="solid"/>
          </a:ln>
        </p:spPr>
      </p:sp>
      <p:sp>
        <p:nvSpPr>
          <p:cNvPr id="49" name="cls-dataset-banner-text">
            <a:extLst xmlns:a="http://schemas.openxmlformats.org/drawingml/2006/main">
              <a:ext uri="{FF2B5EF4-FFF2-40B4-BE49-F238E27FC236}">
                <a16:creationId xmlns:a16="http://schemas.microsoft.com/office/drawing/2014/main" id="{BFFADB16-78AF-4A2B-B6E3-5E1A38D3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6682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643A"/>
                </a:solidFill>
              </a:defRPr>
            </a:pPr>
            <a:r>
              <a:rPr sz="1425" b="1">
                <a:solidFill>
                  <a:srgbClr val="27643A"/>
                </a:solidFill>
              </a:rPr>
              <a:t>▦  DATASET / DATAFRAME</a:t>
            </a:r>
          </a:p>
        </p:txBody>
      </p:sp>
      <p:sp>
        <p:nvSpPr>
          <p:cNvPr id="50" name="cls-x-label">
            <a:extLst xmlns:a="http://schemas.openxmlformats.org/drawingml/2006/main">
              <a:ext uri="{FF2B5EF4-FFF2-40B4-BE49-F238E27FC236}">
                <a16:creationId xmlns:a16="http://schemas.microsoft.com/office/drawing/2014/main" id="{C007BDA2-A636-40F6-809B-484543FD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7643A"/>
                </a:solidFill>
              </a:defRPr>
            </a:pPr>
            <a:r>
              <a:rPr sz="1200" b="1">
                <a:solidFill>
                  <a:srgbClr val="27643A"/>
                </a:solidFill>
              </a:rPr>
              <a:t>Variables X</a:t>
            </a:r>
          </a:p>
        </p:txBody>
      </p:sp>
      <p:sp>
        <p:nvSpPr>
          <p:cNvPr id="51" name="cls-y-label">
            <a:extLst xmlns:a="http://schemas.openxmlformats.org/drawingml/2006/main">
              <a:ext uri="{FF2B5EF4-FFF2-40B4-BE49-F238E27FC236}">
                <a16:creationId xmlns:a16="http://schemas.microsoft.com/office/drawing/2014/main" id="{7DA980F1-3F12-4A2C-A2FD-A2D314C1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6954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2318A"/>
                </a:solidFill>
              </a:defRPr>
            </a:pPr>
            <a:r>
              <a:rPr sz="1200" b="1">
                <a:solidFill>
                  <a:srgbClr val="62318A"/>
                </a:solidFill>
              </a:rPr>
              <a:t>Variable Y</a:t>
            </a:r>
          </a:p>
        </p:txBody>
      </p:sp>
      <p:sp>
        <p:nvSpPr>
          <p:cNvPr id="52" name="cls-table-header-0">
            <a:extLst xmlns:a="http://schemas.openxmlformats.org/drawingml/2006/main">
              <a:ext uri="{FF2B5EF4-FFF2-40B4-BE49-F238E27FC236}">
                <a16:creationId xmlns:a16="http://schemas.microsoft.com/office/drawing/2014/main" id="{13EB2CE6-EE8E-464C-832A-4490ECBE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70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3" name="cls-table-header-text-0">
            <a:extLst xmlns:a="http://schemas.openxmlformats.org/drawingml/2006/main">
              <a:ext uri="{FF2B5EF4-FFF2-40B4-BE49-F238E27FC236}">
                <a16:creationId xmlns:a16="http://schemas.microsoft.com/office/drawing/2014/main" id="{690B1741-C5D4-4DC8-B2B9-9A9116E6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usuario</a:t>
            </a:r>
          </a:p>
        </p:txBody>
      </p:sp>
      <p:sp>
        <p:nvSpPr>
          <p:cNvPr id="54" name="cls-table-header-1">
            <a:extLst xmlns:a="http://schemas.openxmlformats.org/drawingml/2006/main">
              <a:ext uri="{FF2B5EF4-FFF2-40B4-BE49-F238E27FC236}">
                <a16:creationId xmlns:a16="http://schemas.microsoft.com/office/drawing/2014/main" id="{8B6EAF91-72BB-4D40-BDB3-47BAAB79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3835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5" name="cls-table-header-text-1">
            <a:extLst xmlns:a="http://schemas.openxmlformats.org/drawingml/2006/main">
              <a:ext uri="{FF2B5EF4-FFF2-40B4-BE49-F238E27FC236}">
                <a16:creationId xmlns:a16="http://schemas.microsoft.com/office/drawing/2014/main" id="{23ABE9CC-0C49-42DF-BE57-2BF4F3C9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95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prod.</a:t>
            </a:r>
          </a:p>
        </p:txBody>
      </p:sp>
      <p:sp>
        <p:nvSpPr>
          <p:cNvPr id="56" name="cls-table-header-2">
            <a:extLst xmlns:a="http://schemas.openxmlformats.org/drawingml/2006/main">
              <a:ext uri="{FF2B5EF4-FFF2-40B4-BE49-F238E27FC236}">
                <a16:creationId xmlns:a16="http://schemas.microsoft.com/office/drawing/2014/main" id="{8C404152-A766-44B5-B6F8-CBF543C1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3835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7" name="cls-table-header-text-2">
            <a:extLst xmlns:a="http://schemas.openxmlformats.org/drawingml/2006/main">
              <a:ext uri="{FF2B5EF4-FFF2-40B4-BE49-F238E27FC236}">
                <a16:creationId xmlns:a16="http://schemas.microsoft.com/office/drawing/2014/main" id="{115A62E4-A3FB-487E-97EA-40C4C321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95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cant.</a:t>
            </a:r>
          </a:p>
        </p:txBody>
      </p:sp>
      <p:sp>
        <p:nvSpPr>
          <p:cNvPr id="58" name="cls-table-header-3">
            <a:extLst xmlns:a="http://schemas.openxmlformats.org/drawingml/2006/main">
              <a:ext uri="{FF2B5EF4-FFF2-40B4-BE49-F238E27FC236}">
                <a16:creationId xmlns:a16="http://schemas.microsoft.com/office/drawing/2014/main" id="{25C59FC8-4593-4F51-B597-4100DA9C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57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9" name="cls-table-header-text-3">
            <a:extLst xmlns:a="http://schemas.openxmlformats.org/drawingml/2006/main">
              <a:ext uri="{FF2B5EF4-FFF2-40B4-BE49-F238E27FC236}">
                <a16:creationId xmlns:a16="http://schemas.microsoft.com/office/drawing/2014/main" id="{8EE8C583-1C3E-42BE-B8D7-E5855333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precio</a:t>
            </a:r>
          </a:p>
        </p:txBody>
      </p:sp>
      <p:sp>
        <p:nvSpPr>
          <p:cNvPr id="60" name="cls-table-header-4">
            <a:extLst xmlns:a="http://schemas.openxmlformats.org/drawingml/2006/main">
              <a:ext uri="{FF2B5EF4-FFF2-40B4-BE49-F238E27FC236}">
                <a16:creationId xmlns:a16="http://schemas.microsoft.com/office/drawing/2014/main" id="{79B180E6-9ACC-468E-AB81-3737D46E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3835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1" name="cls-table-header-text-4">
            <a:extLst xmlns:a="http://schemas.openxmlformats.org/drawingml/2006/main">
              <a:ext uri="{FF2B5EF4-FFF2-40B4-BE49-F238E27FC236}">
                <a16:creationId xmlns:a16="http://schemas.microsoft.com/office/drawing/2014/main" id="{315F8CAC-34E5-4860-AF11-D8D6064F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total</a:t>
            </a:r>
          </a:p>
        </p:txBody>
      </p:sp>
      <p:sp>
        <p:nvSpPr>
          <p:cNvPr id="62" name="cls-table-header-5">
            <a:extLst xmlns:a="http://schemas.openxmlformats.org/drawingml/2006/main">
              <a:ext uri="{FF2B5EF4-FFF2-40B4-BE49-F238E27FC236}">
                <a16:creationId xmlns:a16="http://schemas.microsoft.com/office/drawing/2014/main" id="{DBE4B548-B742-487E-A9B4-47EE72D3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38350"/>
            <a:ext cx="800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3" name="cls-table-header-text-5">
            <a:extLst xmlns:a="http://schemas.openxmlformats.org/drawingml/2006/main">
              <a:ext uri="{FF2B5EF4-FFF2-40B4-BE49-F238E27FC236}">
                <a16:creationId xmlns:a16="http://schemas.microsoft.com/office/drawing/2014/main" id="{6D25F63B-A88C-477B-9860-0EFB607E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95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método</a:t>
            </a:r>
          </a:p>
        </p:txBody>
      </p:sp>
      <p:sp>
        <p:nvSpPr>
          <p:cNvPr id="64" name="cls-table-header-6">
            <a:extLst xmlns:a="http://schemas.openxmlformats.org/drawingml/2006/main">
              <a:ext uri="{FF2B5EF4-FFF2-40B4-BE49-F238E27FC236}">
                <a16:creationId xmlns:a16="http://schemas.microsoft.com/office/drawing/2014/main" id="{9555E158-0F4C-4125-84F9-CCD135A4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03835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AF8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5" name="cls-table-header-text-6">
            <a:extLst xmlns:a="http://schemas.openxmlformats.org/drawingml/2006/main">
              <a:ext uri="{FF2B5EF4-FFF2-40B4-BE49-F238E27FC236}">
                <a16:creationId xmlns:a16="http://schemas.microsoft.com/office/drawing/2014/main" id="{84DB9B02-DC07-4170-8DE2-B07D2F6A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95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2318A"/>
                </a:solidFill>
              </a:defRPr>
            </a:pPr>
            <a:r>
              <a:rPr sz="1125" b="1">
                <a:solidFill>
                  <a:srgbClr val="62318A"/>
                </a:solidFill>
              </a:rPr>
              <a:t>clase Y</a:t>
            </a:r>
          </a:p>
        </p:txBody>
      </p:sp>
      <p:sp>
        <p:nvSpPr>
          <p:cNvPr id="66" name="cls-table-cell-0-0">
            <a:extLst xmlns:a="http://schemas.openxmlformats.org/drawingml/2006/main">
              <a:ext uri="{FF2B5EF4-FFF2-40B4-BE49-F238E27FC236}">
                <a16:creationId xmlns:a16="http://schemas.microsoft.com/office/drawing/2014/main" id="{AE86259F-623C-4D90-972C-12434F71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70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7" name="cls-table-cell-text-0-0">
            <a:extLst xmlns:a="http://schemas.openxmlformats.org/drawingml/2006/main">
              <a:ext uri="{FF2B5EF4-FFF2-40B4-BE49-F238E27FC236}">
                <a16:creationId xmlns:a16="http://schemas.microsoft.com/office/drawing/2014/main" id="{BDEA99AD-7988-4AC0-8E30-C6BC7539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66975"/>
            <a:ext cx="64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U001</a:t>
            </a:r>
          </a:p>
        </p:txBody>
      </p:sp>
      <p:sp>
        <p:nvSpPr>
          <p:cNvPr id="68" name="cls-table-cell-0-1">
            <a:extLst xmlns:a="http://schemas.openxmlformats.org/drawingml/2006/main">
              <a:ext uri="{FF2B5EF4-FFF2-40B4-BE49-F238E27FC236}">
                <a16:creationId xmlns:a16="http://schemas.microsoft.com/office/drawing/2014/main" id="{FF0A1FC3-D7C9-4F09-B2FE-307FB950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9" name="cls-table-cell-text-0-1">
            <a:extLst xmlns:a="http://schemas.openxmlformats.org/drawingml/2006/main">
              <a:ext uri="{FF2B5EF4-FFF2-40B4-BE49-F238E27FC236}">
                <a16:creationId xmlns:a16="http://schemas.microsoft.com/office/drawing/2014/main" id="{07141521-D901-43B0-8356-AF3334BB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46697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P001</a:t>
            </a:r>
          </a:p>
        </p:txBody>
      </p:sp>
      <p:sp>
        <p:nvSpPr>
          <p:cNvPr id="70" name="cls-table-cell-0-2">
            <a:extLst xmlns:a="http://schemas.openxmlformats.org/drawingml/2006/main">
              <a:ext uri="{FF2B5EF4-FFF2-40B4-BE49-F238E27FC236}">
                <a16:creationId xmlns:a16="http://schemas.microsoft.com/office/drawing/2014/main" id="{F0F8EF9A-7A13-4A52-B91F-D430576F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003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1" name="cls-table-cell-text-0-2">
            <a:extLst xmlns:a="http://schemas.openxmlformats.org/drawingml/2006/main">
              <a:ext uri="{FF2B5EF4-FFF2-40B4-BE49-F238E27FC236}">
                <a16:creationId xmlns:a16="http://schemas.microsoft.com/office/drawing/2014/main" id="{2175A611-44AA-433F-9194-619B0075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46697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72" name="cls-table-cell-0-3">
            <a:extLst xmlns:a="http://schemas.openxmlformats.org/drawingml/2006/main">
              <a:ext uri="{FF2B5EF4-FFF2-40B4-BE49-F238E27FC236}">
                <a16:creationId xmlns:a16="http://schemas.microsoft.com/office/drawing/2014/main" id="{F28A2EFB-891C-4720-AACA-E36F51FC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57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3" name="cls-table-cell-text-0-3">
            <a:extLst xmlns:a="http://schemas.openxmlformats.org/drawingml/2006/main">
              <a:ext uri="{FF2B5EF4-FFF2-40B4-BE49-F238E27FC236}">
                <a16:creationId xmlns:a16="http://schemas.microsoft.com/office/drawing/2014/main" id="{472DD7F5-CDDE-4CF0-98B2-35C0BEC5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66975"/>
            <a:ext cx="51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85</a:t>
            </a:r>
          </a:p>
        </p:txBody>
      </p:sp>
      <p:sp>
        <p:nvSpPr>
          <p:cNvPr id="74" name="cls-table-cell-0-4">
            <a:extLst xmlns:a="http://schemas.openxmlformats.org/drawingml/2006/main">
              <a:ext uri="{FF2B5EF4-FFF2-40B4-BE49-F238E27FC236}">
                <a16:creationId xmlns:a16="http://schemas.microsoft.com/office/drawing/2014/main" id="{17E939E8-6AED-4A68-A6B5-B7261FDC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003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5" name="cls-table-cell-text-0-4">
            <a:extLst xmlns:a="http://schemas.openxmlformats.org/drawingml/2006/main">
              <a:ext uri="{FF2B5EF4-FFF2-40B4-BE49-F238E27FC236}">
                <a16:creationId xmlns:a16="http://schemas.microsoft.com/office/drawing/2014/main" id="{3B9F8C07-6779-4144-9B4D-B52C8C44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466975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1305</a:t>
            </a:r>
          </a:p>
        </p:txBody>
      </p:sp>
      <p:sp>
        <p:nvSpPr>
          <p:cNvPr id="76" name="cls-table-cell-0-5">
            <a:extLst xmlns:a="http://schemas.openxmlformats.org/drawingml/2006/main">
              <a:ext uri="{FF2B5EF4-FFF2-40B4-BE49-F238E27FC236}">
                <a16:creationId xmlns:a16="http://schemas.microsoft.com/office/drawing/2014/main" id="{E866A1EE-68E3-4B04-B5A2-EB994DA5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00300"/>
            <a:ext cx="800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7" name="cls-table-cell-text-0-5">
            <a:extLst xmlns:a="http://schemas.openxmlformats.org/drawingml/2006/main">
              <a:ext uri="{FF2B5EF4-FFF2-40B4-BE49-F238E27FC236}">
                <a16:creationId xmlns:a16="http://schemas.microsoft.com/office/drawing/2014/main" id="{151D79D7-6456-4D31-972E-64E03F30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66975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Efectivo</a:t>
            </a:r>
          </a:p>
        </p:txBody>
      </p:sp>
      <p:sp>
        <p:nvSpPr>
          <p:cNvPr id="78" name="cls-table-cell-0-6">
            <a:extLst xmlns:a="http://schemas.openxmlformats.org/drawingml/2006/main">
              <a:ext uri="{FF2B5EF4-FFF2-40B4-BE49-F238E27FC236}">
                <a16:creationId xmlns:a16="http://schemas.microsoft.com/office/drawing/2014/main" id="{DEEEA27C-6AE4-42C9-84F0-6863A957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4003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D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9" name="cls-table-cell-text-0-6">
            <a:extLst xmlns:a="http://schemas.openxmlformats.org/drawingml/2006/main">
              <a:ext uri="{FF2B5EF4-FFF2-40B4-BE49-F238E27FC236}">
                <a16:creationId xmlns:a16="http://schemas.microsoft.com/office/drawing/2014/main" id="{051D1088-BAC6-46DF-8B61-8EE91285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4669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0</a:t>
            </a:r>
          </a:p>
        </p:txBody>
      </p:sp>
      <p:sp>
        <p:nvSpPr>
          <p:cNvPr id="80" name="cls-table-cell-1-0">
            <a:extLst xmlns:a="http://schemas.openxmlformats.org/drawingml/2006/main">
              <a:ext uri="{FF2B5EF4-FFF2-40B4-BE49-F238E27FC236}">
                <a16:creationId xmlns:a16="http://schemas.microsoft.com/office/drawing/2014/main" id="{76DC57C3-2AC2-4CA2-B681-B394C0C5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70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81" name="cls-table-cell-text-1-0">
            <a:extLst xmlns:a="http://schemas.openxmlformats.org/drawingml/2006/main">
              <a:ext uri="{FF2B5EF4-FFF2-40B4-BE49-F238E27FC236}">
                <a16:creationId xmlns:a16="http://schemas.microsoft.com/office/drawing/2014/main" id="{C4B27E14-4736-4CB6-87C5-0CE49D0A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28925"/>
            <a:ext cx="64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U001</a:t>
            </a:r>
          </a:p>
        </p:txBody>
      </p:sp>
      <p:sp>
        <p:nvSpPr>
          <p:cNvPr id="82" name="cls-table-cell-1-1">
            <a:extLst xmlns:a="http://schemas.openxmlformats.org/drawingml/2006/main">
              <a:ext uri="{FF2B5EF4-FFF2-40B4-BE49-F238E27FC236}">
                <a16:creationId xmlns:a16="http://schemas.microsoft.com/office/drawing/2014/main" id="{07067554-CF4D-485A-AFDC-5F9DE4D2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6225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83" name="cls-table-cell-text-1-1">
            <a:extLst xmlns:a="http://schemas.openxmlformats.org/drawingml/2006/main">
              <a:ext uri="{FF2B5EF4-FFF2-40B4-BE49-F238E27FC236}">
                <a16:creationId xmlns:a16="http://schemas.microsoft.com/office/drawing/2014/main" id="{E1C36071-7145-41F1-A235-24D6B4CF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289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P004</a:t>
            </a:r>
          </a:p>
        </p:txBody>
      </p:sp>
      <p:sp>
        <p:nvSpPr>
          <p:cNvPr id="84" name="cls-table-cell-1-2">
            <a:extLst xmlns:a="http://schemas.openxmlformats.org/drawingml/2006/main">
              <a:ext uri="{FF2B5EF4-FFF2-40B4-BE49-F238E27FC236}">
                <a16:creationId xmlns:a16="http://schemas.microsoft.com/office/drawing/2014/main" id="{C40C07FE-CE36-430D-8B05-BF119D9C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85" name="cls-table-cell-text-1-2">
            <a:extLst xmlns:a="http://schemas.openxmlformats.org/drawingml/2006/main">
              <a:ext uri="{FF2B5EF4-FFF2-40B4-BE49-F238E27FC236}">
                <a16:creationId xmlns:a16="http://schemas.microsoft.com/office/drawing/2014/main" id="{1BAA360F-B492-4111-9490-A9C32945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8289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7</a:t>
            </a:r>
          </a:p>
        </p:txBody>
      </p:sp>
      <p:sp>
        <p:nvSpPr>
          <p:cNvPr id="86" name="cls-table-cell-1-3">
            <a:extLst xmlns:a="http://schemas.openxmlformats.org/drawingml/2006/main">
              <a:ext uri="{FF2B5EF4-FFF2-40B4-BE49-F238E27FC236}">
                <a16:creationId xmlns:a16="http://schemas.microsoft.com/office/drawing/2014/main" id="{12B3C458-6D4E-4149-A75A-18AA6AAB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62250"/>
            <a:ext cx="57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87" name="cls-table-cell-text-1-3">
            <a:extLst xmlns:a="http://schemas.openxmlformats.org/drawingml/2006/main">
              <a:ext uri="{FF2B5EF4-FFF2-40B4-BE49-F238E27FC236}">
                <a16:creationId xmlns:a16="http://schemas.microsoft.com/office/drawing/2014/main" id="{A9151917-D078-461A-8B06-1DC4B463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828925"/>
            <a:ext cx="51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150</a:t>
            </a:r>
          </a:p>
        </p:txBody>
      </p:sp>
      <p:sp>
        <p:nvSpPr>
          <p:cNvPr id="88" name="cls-table-cell-1-4">
            <a:extLst xmlns:a="http://schemas.openxmlformats.org/drawingml/2006/main">
              <a:ext uri="{FF2B5EF4-FFF2-40B4-BE49-F238E27FC236}">
                <a16:creationId xmlns:a16="http://schemas.microsoft.com/office/drawing/2014/main" id="{F2A9435D-F511-4F5E-B31D-E9788F86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6225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89" name="cls-table-cell-text-1-4">
            <a:extLst xmlns:a="http://schemas.openxmlformats.org/drawingml/2006/main">
              <a:ext uri="{FF2B5EF4-FFF2-40B4-BE49-F238E27FC236}">
                <a16:creationId xmlns:a16="http://schemas.microsoft.com/office/drawing/2014/main" id="{3B7A2B85-2C41-4A5C-A310-4830B097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28925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1305</a:t>
            </a:r>
          </a:p>
        </p:txBody>
      </p:sp>
      <p:sp>
        <p:nvSpPr>
          <p:cNvPr id="90" name="cls-table-cell-1-5">
            <a:extLst xmlns:a="http://schemas.openxmlformats.org/drawingml/2006/main">
              <a:ext uri="{FF2B5EF4-FFF2-40B4-BE49-F238E27FC236}">
                <a16:creationId xmlns:a16="http://schemas.microsoft.com/office/drawing/2014/main" id="{D4781B30-BF37-4475-A371-C3BFEF11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62250"/>
            <a:ext cx="800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91" name="cls-table-cell-text-1-5">
            <a:extLst xmlns:a="http://schemas.openxmlformats.org/drawingml/2006/main">
              <a:ext uri="{FF2B5EF4-FFF2-40B4-BE49-F238E27FC236}">
                <a16:creationId xmlns:a16="http://schemas.microsoft.com/office/drawing/2014/main" id="{B87E75F5-B59C-4A87-A0E4-FBB77DDB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28925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Efectivo</a:t>
            </a:r>
          </a:p>
        </p:txBody>
      </p:sp>
      <p:sp>
        <p:nvSpPr>
          <p:cNvPr id="92" name="cls-table-cell-1-6">
            <a:extLst xmlns:a="http://schemas.openxmlformats.org/drawingml/2006/main">
              <a:ext uri="{FF2B5EF4-FFF2-40B4-BE49-F238E27FC236}">
                <a16:creationId xmlns:a16="http://schemas.microsoft.com/office/drawing/2014/main" id="{8562E65A-39B8-40D4-B968-DE42887B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6225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D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93" name="cls-table-cell-text-1-6">
            <a:extLst xmlns:a="http://schemas.openxmlformats.org/drawingml/2006/main">
              <a:ext uri="{FF2B5EF4-FFF2-40B4-BE49-F238E27FC236}">
                <a16:creationId xmlns:a16="http://schemas.microsoft.com/office/drawing/2014/main" id="{1A3C7EB5-E619-434E-94F2-7FDB798D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82892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0</a:t>
            </a:r>
          </a:p>
        </p:txBody>
      </p:sp>
      <p:sp>
        <p:nvSpPr>
          <p:cNvPr id="94" name="cls-table-cell-2-0">
            <a:extLst xmlns:a="http://schemas.openxmlformats.org/drawingml/2006/main">
              <a:ext uri="{FF2B5EF4-FFF2-40B4-BE49-F238E27FC236}">
                <a16:creationId xmlns:a16="http://schemas.microsoft.com/office/drawing/2014/main" id="{AEBACA63-29AE-4A8B-83F5-BE7ECA7C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704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95" name="cls-table-cell-text-2-0">
            <a:extLst xmlns:a="http://schemas.openxmlformats.org/drawingml/2006/main">
              <a:ext uri="{FF2B5EF4-FFF2-40B4-BE49-F238E27FC236}">
                <a16:creationId xmlns:a16="http://schemas.microsoft.com/office/drawing/2014/main" id="{78B268AF-52CB-49BA-9800-3496B63F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90875"/>
            <a:ext cx="64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U002</a:t>
            </a:r>
          </a:p>
        </p:txBody>
      </p:sp>
      <p:sp>
        <p:nvSpPr>
          <p:cNvPr id="96" name="cls-table-cell-2-1">
            <a:extLst xmlns:a="http://schemas.openxmlformats.org/drawingml/2006/main">
              <a:ext uri="{FF2B5EF4-FFF2-40B4-BE49-F238E27FC236}">
                <a16:creationId xmlns:a16="http://schemas.microsoft.com/office/drawing/2014/main" id="{D87B93E9-9BFB-44FE-89B2-902D8C2D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2420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97" name="cls-table-cell-text-2-1">
            <a:extLst xmlns:a="http://schemas.openxmlformats.org/drawingml/2006/main">
              <a:ext uri="{FF2B5EF4-FFF2-40B4-BE49-F238E27FC236}">
                <a16:creationId xmlns:a16="http://schemas.microsoft.com/office/drawing/2014/main" id="{0F94AFA3-2565-4066-8ECB-F0B5B3A9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19087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P002</a:t>
            </a:r>
          </a:p>
        </p:txBody>
      </p:sp>
      <p:sp>
        <p:nvSpPr>
          <p:cNvPr id="98" name="cls-table-cell-2-2">
            <a:extLst xmlns:a="http://schemas.openxmlformats.org/drawingml/2006/main">
              <a:ext uri="{FF2B5EF4-FFF2-40B4-BE49-F238E27FC236}">
                <a16:creationId xmlns:a16="http://schemas.microsoft.com/office/drawing/2014/main" id="{A9C8A3EF-F873-4E0F-A92B-B848EDA1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242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99" name="cls-table-cell-text-2-2">
            <a:extLst xmlns:a="http://schemas.openxmlformats.org/drawingml/2006/main">
              <a:ext uri="{FF2B5EF4-FFF2-40B4-BE49-F238E27FC236}">
                <a16:creationId xmlns:a16="http://schemas.microsoft.com/office/drawing/2014/main" id="{1F1979AF-5BCE-4E3D-93F9-AA3086F1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19087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00" name="cls-table-cell-2-3">
            <a:extLst xmlns:a="http://schemas.openxmlformats.org/drawingml/2006/main">
              <a:ext uri="{FF2B5EF4-FFF2-40B4-BE49-F238E27FC236}">
                <a16:creationId xmlns:a16="http://schemas.microsoft.com/office/drawing/2014/main" id="{42F0DFE4-80C7-491A-84D3-B3509889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24200"/>
            <a:ext cx="57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101" name="cls-table-cell-text-2-3">
            <a:extLst xmlns:a="http://schemas.openxmlformats.org/drawingml/2006/main">
              <a:ext uri="{FF2B5EF4-FFF2-40B4-BE49-F238E27FC236}">
                <a16:creationId xmlns:a16="http://schemas.microsoft.com/office/drawing/2014/main" id="{4AAEB332-8B1B-48B1-9B34-F31E1898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90875"/>
            <a:ext cx="51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120</a:t>
            </a:r>
          </a:p>
        </p:txBody>
      </p:sp>
      <p:sp>
        <p:nvSpPr>
          <p:cNvPr id="102" name="cls-table-cell-2-4">
            <a:extLst xmlns:a="http://schemas.openxmlformats.org/drawingml/2006/main">
              <a:ext uri="{FF2B5EF4-FFF2-40B4-BE49-F238E27FC236}">
                <a16:creationId xmlns:a16="http://schemas.microsoft.com/office/drawing/2014/main" id="{E13D5553-B294-4A39-A3E8-C6EAB29D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242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103" name="cls-table-cell-text-2-4">
            <a:extLst xmlns:a="http://schemas.openxmlformats.org/drawingml/2006/main">
              <a:ext uri="{FF2B5EF4-FFF2-40B4-BE49-F238E27FC236}">
                <a16:creationId xmlns:a16="http://schemas.microsoft.com/office/drawing/2014/main" id="{DB676962-60EF-44E4-A826-27AB8386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90875"/>
            <a:ext cx="552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480</a:t>
            </a:r>
          </a:p>
        </p:txBody>
      </p:sp>
      <p:sp>
        <p:nvSpPr>
          <p:cNvPr id="104" name="cls-table-cell-2-5">
            <a:extLst xmlns:a="http://schemas.openxmlformats.org/drawingml/2006/main">
              <a:ext uri="{FF2B5EF4-FFF2-40B4-BE49-F238E27FC236}">
                <a16:creationId xmlns:a16="http://schemas.microsoft.com/office/drawing/2014/main" id="{35C33E1F-8AA0-4A40-887D-25FE1748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24200"/>
            <a:ext cx="800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105" name="cls-table-cell-text-2-5">
            <a:extLst xmlns:a="http://schemas.openxmlformats.org/drawingml/2006/main">
              <a:ext uri="{FF2B5EF4-FFF2-40B4-BE49-F238E27FC236}">
                <a16:creationId xmlns:a16="http://schemas.microsoft.com/office/drawing/2014/main" id="{5240D0E2-9A8B-4A9F-987B-FC08825C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90875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PayPal</a:t>
            </a:r>
          </a:p>
        </p:txBody>
      </p:sp>
      <p:sp>
        <p:nvSpPr>
          <p:cNvPr id="106" name="cls-table-cell-2-6">
            <a:extLst xmlns:a="http://schemas.openxmlformats.org/drawingml/2006/main">
              <a:ext uri="{FF2B5EF4-FFF2-40B4-BE49-F238E27FC236}">
                <a16:creationId xmlns:a16="http://schemas.microsoft.com/office/drawing/2014/main" id="{ACDA0702-9B54-4156-8F42-E456DBDD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242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D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107" name="cls-table-cell-text-2-6">
            <a:extLst xmlns:a="http://schemas.openxmlformats.org/drawingml/2006/main">
              <a:ext uri="{FF2B5EF4-FFF2-40B4-BE49-F238E27FC236}">
                <a16:creationId xmlns:a16="http://schemas.microsoft.com/office/drawing/2014/main" id="{A19BCE8A-3D8F-4DDC-B465-24DCAE89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1908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08" name="cls-analysis-callout">
            <a:extLst xmlns:a="http://schemas.openxmlformats.org/drawingml/2006/main">
              <a:ext uri="{FF2B5EF4-FFF2-40B4-BE49-F238E27FC236}">
                <a16:creationId xmlns:a16="http://schemas.microsoft.com/office/drawing/2014/main" id="{4F74CDC4-A590-48E0-806B-EE0D4A02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52950"/>
            <a:ext cx="4981575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4288">
            <a:solidFill>
              <a:srgbClr val="E8B341"/>
            </a:solidFill>
            <a:prstDash val="solid"/>
          </a:ln>
        </p:spPr>
      </p:sp>
      <p:sp>
        <p:nvSpPr>
          <p:cNvPr id="109" name="cls-analysis-icon">
            <a:extLst xmlns:a="http://schemas.openxmlformats.org/drawingml/2006/main">
              <a:ext uri="{FF2B5EF4-FFF2-40B4-BE49-F238E27FC236}">
                <a16:creationId xmlns:a16="http://schemas.microsoft.com/office/drawing/2014/main" id="{DC4718FA-912B-422A-BCF9-5364AAD0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95825"/>
            <a:ext cx="52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2356B"/>
                </a:solidFill>
              </a:defRPr>
            </a:pPr>
            <a:r>
              <a:rPr sz="3000" b="1">
                <a:solidFill>
                  <a:srgbClr val="12356B"/>
                </a:solidFill>
              </a:rPr>
              <a:t>◎</a:t>
            </a:r>
          </a:p>
        </p:txBody>
      </p:sp>
      <p:sp>
        <p:nvSpPr>
          <p:cNvPr id="110" name="cls-analysis-title">
            <a:extLst xmlns:a="http://schemas.openxmlformats.org/drawingml/2006/main">
              <a:ext uri="{FF2B5EF4-FFF2-40B4-BE49-F238E27FC236}">
                <a16:creationId xmlns:a16="http://schemas.microsoft.com/office/drawing/2014/main" id="{A7D1852E-AF1B-40B8-AA5C-E2D8D8A8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56B"/>
                </a:solidFill>
              </a:defRPr>
            </a:pPr>
            <a:r>
              <a:rPr sz="1350" b="1">
                <a:solidFill>
                  <a:srgbClr val="12356B"/>
                </a:solidFill>
              </a:rPr>
              <a:t>¿Qué se va a predecir?</a:t>
            </a:r>
          </a:p>
        </p:txBody>
      </p:sp>
      <p:sp>
        <p:nvSpPr>
          <p:cNvPr id="111" name="cls-analysis-body">
            <a:extLst xmlns:a="http://schemas.openxmlformats.org/drawingml/2006/main">
              <a:ext uri="{FF2B5EF4-FFF2-40B4-BE49-F238E27FC236}">
                <a16:creationId xmlns:a16="http://schemas.microsoft.com/office/drawing/2014/main" id="{2229718F-F366-4662-BE13-512D6D9B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006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Si el pedido terminará cancelado: Cancelado = 1 y Entregado = 0.</a:t>
            </a:r>
          </a:p>
        </p:txBody>
      </p:sp>
    </p:spTree>
    <p:extLst>
      <p:ext uri="{BB962C8B-B14F-4D97-AF65-F5344CB8AC3E}">
        <p14:creationId xmlns:p14="http://schemas.microsoft.com/office/powerpoint/2010/main" val="19348315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rec-kicker">
            <a:extLst xmlns:a="http://schemas.openxmlformats.org/drawingml/2006/main">
              <a:ext uri="{FF2B5EF4-FFF2-40B4-BE49-F238E27FC236}">
                <a16:creationId xmlns:a16="http://schemas.microsoft.com/office/drawing/2014/main" id="{72A59102-E3FA-46E1-B595-EA5BF074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2C7"/>
                </a:solidFill>
              </a:defRPr>
            </a:pPr>
            <a:r>
              <a:rPr sz="1200" b="1">
                <a:solidFill>
                  <a:srgbClr val="2F62C7"/>
                </a:solidFill>
              </a:rPr>
              <a:t>PROPUESTA 2 · SISTEMA DE RECOMENDACIÓN</a:t>
            </a:r>
          </a:p>
        </p:txBody>
      </p:sp>
      <p:sp>
        <p:nvSpPr>
          <p:cNvPr id="2" name="rec-title">
            <a:extLst xmlns:a="http://schemas.openxmlformats.org/drawingml/2006/main">
              <a:ext uri="{FF2B5EF4-FFF2-40B4-BE49-F238E27FC236}">
                <a16:creationId xmlns:a16="http://schemas.microsoft.com/office/drawing/2014/main" id="{01D988C2-47E2-43DB-9648-F0D81C20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1123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356B"/>
                </a:solidFill>
              </a:defRPr>
            </a:pPr>
            <a:r>
              <a:rPr sz="2625" b="1">
                <a:solidFill>
                  <a:srgbClr val="12356B"/>
                </a:solidFill>
              </a:rPr>
              <a:t>Recomendar productos mediante similitud entre ítems</a:t>
            </a:r>
          </a:p>
        </p:txBody>
      </p:sp>
      <p:sp>
        <p:nvSpPr>
          <p:cNvPr id="3" name="rec-page">
            <a:extLst xmlns:a="http://schemas.openxmlformats.org/drawingml/2006/main">
              <a:ext uri="{FF2B5EF4-FFF2-40B4-BE49-F238E27FC236}">
                <a16:creationId xmlns:a16="http://schemas.microsoft.com/office/drawing/2014/main" id="{CCB1C09A-C7C7-452C-A650-5C86EB0B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960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677C"/>
                </a:solidFill>
              </a:defRPr>
            </a:pPr>
            <a:r>
              <a:rPr sz="975" b="0">
                <a:solidFill>
                  <a:srgbClr val="59677C"/>
                </a:solidFill>
              </a:rPr>
              <a:t>3</a:t>
            </a:r>
          </a:p>
        </p:txBody>
      </p:sp>
      <p:sp>
        <p:nvSpPr>
          <p:cNvPr id="4" name="rec-database-panel">
            <a:extLst xmlns:a="http://schemas.openxmlformats.org/drawingml/2006/main">
              <a:ext uri="{FF2B5EF4-FFF2-40B4-BE49-F238E27FC236}">
                <a16:creationId xmlns:a16="http://schemas.microsoft.com/office/drawing/2014/main" id="{457AEC9D-4E3B-46DA-84D4-462362C5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4762500" cy="4857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2C7"/>
            </a:solidFill>
            <a:prstDash val="solid"/>
          </a:ln>
        </p:spPr>
      </p:sp>
      <p:sp>
        <p:nvSpPr>
          <p:cNvPr id="5" name="rec-database-banner">
            <a:extLst xmlns:a="http://schemas.openxmlformats.org/drawingml/2006/main">
              <a:ext uri="{FF2B5EF4-FFF2-40B4-BE49-F238E27FC236}">
                <a16:creationId xmlns:a16="http://schemas.microsoft.com/office/drawing/2014/main" id="{8094B528-4C4C-4F41-A52E-A3F839CF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181100"/>
            <a:ext cx="2667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1FC"/>
          </a:solidFill>
          <a:ln xmlns:a="http://schemas.openxmlformats.org/drawingml/2006/main" w="0">
            <a:solidFill>
              <a:srgbClr val="EAF1FC"/>
            </a:solidFill>
            <a:prstDash val="solid"/>
          </a:ln>
        </p:spPr>
      </p:sp>
      <p:sp>
        <p:nvSpPr>
          <p:cNvPr id="6" name="rec-database-banner-text">
            <a:extLst xmlns:a="http://schemas.openxmlformats.org/drawingml/2006/main">
              <a:ext uri="{FF2B5EF4-FFF2-40B4-BE49-F238E27FC236}">
                <a16:creationId xmlns:a16="http://schemas.microsoft.com/office/drawing/2014/main" id="{752107DD-8522-42E9-9246-AB6A62F5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668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56B"/>
                </a:solidFill>
              </a:defRPr>
            </a:pPr>
            <a:r>
              <a:rPr sz="1425" b="1">
                <a:solidFill>
                  <a:srgbClr val="12356B"/>
                </a:solidFill>
              </a:rPr>
              <a:t>▰  COLECCIONES MONGODB</a:t>
            </a:r>
          </a:p>
        </p:txBody>
      </p:sp>
      <p:sp>
        <p:nvSpPr>
          <p:cNvPr id="7" name="rec-entity-USUARIOS">
            <a:extLst xmlns:a="http://schemas.openxmlformats.org/drawingml/2006/main">
              <a:ext uri="{FF2B5EF4-FFF2-40B4-BE49-F238E27FC236}">
                <a16:creationId xmlns:a16="http://schemas.microsoft.com/office/drawing/2014/main" id="{58D461A7-CB73-4A10-935E-F883F3A5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8097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56B"/>
            </a:solidFill>
            <a:prstDash val="solid"/>
          </a:ln>
        </p:spPr>
      </p:sp>
      <p:sp>
        <p:nvSpPr>
          <p:cNvPr id="8" name="rec-entity-head-USUARIOS">
            <a:extLst xmlns:a="http://schemas.openxmlformats.org/drawingml/2006/main">
              <a:ext uri="{FF2B5EF4-FFF2-40B4-BE49-F238E27FC236}">
                <a16:creationId xmlns:a16="http://schemas.microsoft.com/office/drawing/2014/main" id="{E5B35978-1E0D-4DD6-AB9B-A9CB123F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180975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2356B"/>
          </a:solidFill>
          <a:ln xmlns:a="http://schemas.openxmlformats.org/drawingml/2006/main" w="9525">
            <a:solidFill>
              <a:srgbClr val="12356B"/>
            </a:solidFill>
            <a:prstDash val="solid"/>
          </a:ln>
        </p:spPr>
      </p:sp>
      <p:sp>
        <p:nvSpPr>
          <p:cNvPr id="9" name="rec-entity-title-USUARIOS">
            <a:extLst xmlns:a="http://schemas.openxmlformats.org/drawingml/2006/main">
              <a:ext uri="{FF2B5EF4-FFF2-40B4-BE49-F238E27FC236}">
                <a16:creationId xmlns:a16="http://schemas.microsoft.com/office/drawing/2014/main" id="{24EAEB9B-98B9-46C2-9881-1CFBDD46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USUARIOS</a:t>
            </a:r>
          </a:p>
        </p:txBody>
      </p:sp>
      <p:sp>
        <p:nvSpPr>
          <p:cNvPr id="10" name="rec-entity-field-USUARIOS-0">
            <a:extLst xmlns:a="http://schemas.openxmlformats.org/drawingml/2006/main">
              <a:ext uri="{FF2B5EF4-FFF2-40B4-BE49-F238E27FC236}">
                <a16:creationId xmlns:a16="http://schemas.microsoft.com/office/drawing/2014/main" id="{9CDB4A51-052B-490B-8645-9E281CB3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71700"/>
            <a:ext cx="1638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</a:defRPr>
            </a:pPr>
            <a:r>
              <a:rPr sz="1050" b="1">
                <a:solidFill>
                  <a:srgbClr val="1F2937"/>
                </a:solidFill>
              </a:rPr>
              <a:t>_id  · PK</a:t>
            </a:r>
          </a:p>
        </p:txBody>
      </p:sp>
      <p:sp>
        <p:nvSpPr>
          <p:cNvPr id="11" name="rec-entity-rule-USUARIOS-1">
            <a:extLst xmlns:a="http://schemas.openxmlformats.org/drawingml/2006/main">
              <a:ext uri="{FF2B5EF4-FFF2-40B4-BE49-F238E27FC236}">
                <a16:creationId xmlns:a16="http://schemas.microsoft.com/office/drawing/2014/main" id="{88F60638-A5DB-4C60-989A-260422D3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12" name="rec-entity-field-USUARIOS-1">
            <a:extLst xmlns:a="http://schemas.openxmlformats.org/drawingml/2006/main">
              <a:ext uri="{FF2B5EF4-FFF2-40B4-BE49-F238E27FC236}">
                <a16:creationId xmlns:a16="http://schemas.microsoft.com/office/drawing/2014/main" id="{27D2D96D-EC0C-400D-BE44-E96603A4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38400"/>
            <a:ext cx="1638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nombre</a:t>
            </a:r>
          </a:p>
        </p:txBody>
      </p:sp>
      <p:sp>
        <p:nvSpPr>
          <p:cNvPr id="13" name="rec-entity-rule-USUARIOS-2">
            <a:extLst xmlns:a="http://schemas.openxmlformats.org/drawingml/2006/main">
              <a:ext uri="{FF2B5EF4-FFF2-40B4-BE49-F238E27FC236}">
                <a16:creationId xmlns:a16="http://schemas.microsoft.com/office/drawing/2014/main" id="{E9BBD891-9766-4140-ABBC-0C627E0B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14" name="rec-entity-field-USUARIOS-2">
            <a:extLst xmlns:a="http://schemas.openxmlformats.org/drawingml/2006/main">
              <a:ext uri="{FF2B5EF4-FFF2-40B4-BE49-F238E27FC236}">
                <a16:creationId xmlns:a16="http://schemas.microsoft.com/office/drawing/2014/main" id="{951AF5AA-A317-4B4B-A42E-87A93517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05100"/>
            <a:ext cx="1638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rol</a:t>
            </a:r>
          </a:p>
        </p:txBody>
      </p:sp>
      <p:sp>
        <p:nvSpPr>
          <p:cNvPr id="15" name="rec-entity-PEDIDOS">
            <a:extLst xmlns:a="http://schemas.openxmlformats.org/drawingml/2006/main">
              <a:ext uri="{FF2B5EF4-FFF2-40B4-BE49-F238E27FC236}">
                <a16:creationId xmlns:a16="http://schemas.microsoft.com/office/drawing/2014/main" id="{C7D2A33B-8188-49C8-BE4F-33DF5216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52600"/>
            <a:ext cx="1952625" cy="1657350"/>
          </a:xfrm>
          <a:prstGeom xmlns:a="http://schemas.openxmlformats.org/drawingml/2006/main" prst="roundRect">
            <a:avLst>
              <a:gd name="adj" fmla="val 1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56B"/>
            </a:solidFill>
            <a:prstDash val="solid"/>
          </a:ln>
        </p:spPr>
      </p:sp>
      <p:sp>
        <p:nvSpPr>
          <p:cNvPr id="16" name="rec-entity-head-PEDIDOS">
            <a:extLst xmlns:a="http://schemas.openxmlformats.org/drawingml/2006/main">
              <a:ext uri="{FF2B5EF4-FFF2-40B4-BE49-F238E27FC236}">
                <a16:creationId xmlns:a16="http://schemas.microsoft.com/office/drawing/2014/main" id="{5818DB18-51EF-4582-BD6D-F161E1A0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52600"/>
            <a:ext cx="1952625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2356B"/>
          </a:solidFill>
          <a:ln xmlns:a="http://schemas.openxmlformats.org/drawingml/2006/main" w="9525">
            <a:solidFill>
              <a:srgbClr val="12356B"/>
            </a:solidFill>
            <a:prstDash val="solid"/>
          </a:ln>
        </p:spPr>
      </p:sp>
      <p:sp>
        <p:nvSpPr>
          <p:cNvPr id="17" name="rec-entity-title-PEDIDOS">
            <a:extLst xmlns:a="http://schemas.openxmlformats.org/drawingml/2006/main">
              <a:ext uri="{FF2B5EF4-FFF2-40B4-BE49-F238E27FC236}">
                <a16:creationId xmlns:a16="http://schemas.microsoft.com/office/drawing/2014/main" id="{C4F8D274-24EA-45B8-AB48-A1E55764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0225"/>
            <a:ext cx="1838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PEDIDOS</a:t>
            </a:r>
          </a:p>
        </p:txBody>
      </p:sp>
      <p:sp>
        <p:nvSpPr>
          <p:cNvPr id="18" name="rec-entity-field-PEDIDOS-0">
            <a:extLst xmlns:a="http://schemas.openxmlformats.org/drawingml/2006/main">
              <a:ext uri="{FF2B5EF4-FFF2-40B4-BE49-F238E27FC236}">
                <a16:creationId xmlns:a16="http://schemas.microsoft.com/office/drawing/2014/main" id="{1EE44749-819B-48FD-9220-8AB3AA3D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114550"/>
            <a:ext cx="1781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</a:defRPr>
            </a:pPr>
            <a:r>
              <a:rPr sz="1050" b="1">
                <a:solidFill>
                  <a:srgbClr val="1F2937"/>
                </a:solidFill>
              </a:rPr>
              <a:t>_id  · PK</a:t>
            </a:r>
          </a:p>
        </p:txBody>
      </p:sp>
      <p:sp>
        <p:nvSpPr>
          <p:cNvPr id="19" name="rec-entity-rule-PEDIDOS-1">
            <a:extLst xmlns:a="http://schemas.openxmlformats.org/drawingml/2006/main">
              <a:ext uri="{FF2B5EF4-FFF2-40B4-BE49-F238E27FC236}">
                <a16:creationId xmlns:a16="http://schemas.microsoft.com/office/drawing/2014/main" id="{DAFA0242-187B-4C17-BE5E-6E740E81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20" name="rec-entity-field-PEDIDOS-1">
            <a:extLst xmlns:a="http://schemas.openxmlformats.org/drawingml/2006/main">
              <a:ext uri="{FF2B5EF4-FFF2-40B4-BE49-F238E27FC236}">
                <a16:creationId xmlns:a16="http://schemas.microsoft.com/office/drawing/2014/main" id="{370A67D0-C224-4AE9-B077-CD2C4898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381250"/>
            <a:ext cx="1781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usuario · FK</a:t>
            </a:r>
          </a:p>
        </p:txBody>
      </p:sp>
      <p:sp>
        <p:nvSpPr>
          <p:cNvPr id="21" name="rec-entity-rule-PEDIDOS-2">
            <a:extLst xmlns:a="http://schemas.openxmlformats.org/drawingml/2006/main">
              <a:ext uri="{FF2B5EF4-FFF2-40B4-BE49-F238E27FC236}">
                <a16:creationId xmlns:a16="http://schemas.microsoft.com/office/drawing/2014/main" id="{F1D79157-1A63-4F1A-B056-4838108E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22" name="rec-entity-field-PEDIDOS-2">
            <a:extLst xmlns:a="http://schemas.openxmlformats.org/drawingml/2006/main">
              <a:ext uri="{FF2B5EF4-FFF2-40B4-BE49-F238E27FC236}">
                <a16:creationId xmlns:a16="http://schemas.microsoft.com/office/drawing/2014/main" id="{8C18731C-FB89-4C49-A0DD-348F9BC3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47950"/>
            <a:ext cx="1781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productos [ ]</a:t>
            </a:r>
          </a:p>
        </p:txBody>
      </p:sp>
      <p:sp>
        <p:nvSpPr>
          <p:cNvPr id="23" name="rec-entity-rule-PEDIDOS-3">
            <a:extLst xmlns:a="http://schemas.openxmlformats.org/drawingml/2006/main">
              <a:ext uri="{FF2B5EF4-FFF2-40B4-BE49-F238E27FC236}">
                <a16:creationId xmlns:a16="http://schemas.microsoft.com/office/drawing/2014/main" id="{B61BEB18-7C69-4A24-9A91-D7CE63AA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24" name="rec-entity-field-PEDIDOS-3">
            <a:extLst xmlns:a="http://schemas.openxmlformats.org/drawingml/2006/main">
              <a:ext uri="{FF2B5EF4-FFF2-40B4-BE49-F238E27FC236}">
                <a16:creationId xmlns:a16="http://schemas.microsoft.com/office/drawing/2014/main" id="{D1028B6C-D202-4EEF-986C-6F1CA15B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14650"/>
            <a:ext cx="1781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fecha</a:t>
            </a:r>
          </a:p>
        </p:txBody>
      </p:sp>
      <p:sp>
        <p:nvSpPr>
          <p:cNvPr id="25" name="rec-entity-rule-PEDIDOS-4">
            <a:extLst xmlns:a="http://schemas.openxmlformats.org/drawingml/2006/main">
              <a:ext uri="{FF2B5EF4-FFF2-40B4-BE49-F238E27FC236}">
                <a16:creationId xmlns:a16="http://schemas.microsoft.com/office/drawing/2014/main" id="{75EA13E5-00E2-4C83-9CA0-7E7A758A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26" name="rec-entity-field-PEDIDOS-4">
            <a:extLst xmlns:a="http://schemas.openxmlformats.org/drawingml/2006/main">
              <a:ext uri="{FF2B5EF4-FFF2-40B4-BE49-F238E27FC236}">
                <a16:creationId xmlns:a16="http://schemas.microsoft.com/office/drawing/2014/main" id="{697121EA-81B4-4A79-A3D4-AF2AE465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181350"/>
            <a:ext cx="17811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estado</a:t>
            </a:r>
          </a:p>
        </p:txBody>
      </p:sp>
      <p:sp>
        <p:nvSpPr>
          <p:cNvPr id="27" name="rec-entity-PRODUCTOS">
            <a:extLst xmlns:a="http://schemas.openxmlformats.org/drawingml/2006/main">
              <a:ext uri="{FF2B5EF4-FFF2-40B4-BE49-F238E27FC236}">
                <a16:creationId xmlns:a16="http://schemas.microsoft.com/office/drawing/2014/main" id="{2AE37DAD-6407-4A31-91D3-E72B17F8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2095500" cy="1657350"/>
          </a:xfrm>
          <a:prstGeom xmlns:a="http://schemas.openxmlformats.org/drawingml/2006/main" prst="roundRect">
            <a:avLst>
              <a:gd name="adj" fmla="val 1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56B"/>
            </a:solidFill>
            <a:prstDash val="solid"/>
          </a:ln>
        </p:spPr>
      </p:sp>
      <p:sp>
        <p:nvSpPr>
          <p:cNvPr id="28" name="rec-entity-head-PRODUCTOS">
            <a:extLst xmlns:a="http://schemas.openxmlformats.org/drawingml/2006/main">
              <a:ext uri="{FF2B5EF4-FFF2-40B4-BE49-F238E27FC236}">
                <a16:creationId xmlns:a16="http://schemas.microsoft.com/office/drawing/2014/main" id="{CDF7D8D5-6C56-40FE-AEFB-6032D823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20955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2356B"/>
          </a:solidFill>
          <a:ln xmlns:a="http://schemas.openxmlformats.org/drawingml/2006/main" w="9525">
            <a:solidFill>
              <a:srgbClr val="12356B"/>
            </a:solidFill>
            <a:prstDash val="solid"/>
          </a:ln>
        </p:spPr>
      </p:sp>
      <p:sp>
        <p:nvSpPr>
          <p:cNvPr id="29" name="rec-entity-title-PRODUCTOS">
            <a:extLst xmlns:a="http://schemas.openxmlformats.org/drawingml/2006/main">
              <a:ext uri="{FF2B5EF4-FFF2-40B4-BE49-F238E27FC236}">
                <a16:creationId xmlns:a16="http://schemas.microsoft.com/office/drawing/2014/main" id="{ECCA4B38-C768-4B1A-9F51-9EB4DBA0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76237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PRODUCTOS</a:t>
            </a:r>
          </a:p>
        </p:txBody>
      </p:sp>
      <p:sp>
        <p:nvSpPr>
          <p:cNvPr id="30" name="rec-entity-field-PRODUCTOS-0">
            <a:extLst xmlns:a="http://schemas.openxmlformats.org/drawingml/2006/main">
              <a:ext uri="{FF2B5EF4-FFF2-40B4-BE49-F238E27FC236}">
                <a16:creationId xmlns:a16="http://schemas.microsoft.com/office/drawing/2014/main" id="{6BE89C48-F02A-461E-ACF3-A1B1D1F3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76700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7"/>
                </a:solidFill>
              </a:defRPr>
            </a:pPr>
            <a:r>
              <a:rPr sz="1050" b="1">
                <a:solidFill>
                  <a:srgbClr val="1F2937"/>
                </a:solidFill>
              </a:rPr>
              <a:t>_id  · PK</a:t>
            </a:r>
          </a:p>
        </p:txBody>
      </p:sp>
      <p:sp>
        <p:nvSpPr>
          <p:cNvPr id="31" name="rec-entity-rule-PRODUCTOS-1">
            <a:extLst xmlns:a="http://schemas.openxmlformats.org/drawingml/2006/main">
              <a:ext uri="{FF2B5EF4-FFF2-40B4-BE49-F238E27FC236}">
                <a16:creationId xmlns:a16="http://schemas.microsoft.com/office/drawing/2014/main" id="{FBA82E91-9A7A-4C24-A19E-9505BEAF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053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32" name="rec-entity-field-PRODUCTOS-1">
            <a:extLst xmlns:a="http://schemas.openxmlformats.org/drawingml/2006/main">
              <a:ext uri="{FF2B5EF4-FFF2-40B4-BE49-F238E27FC236}">
                <a16:creationId xmlns:a16="http://schemas.microsoft.com/office/drawing/2014/main" id="{62F9149A-50B5-4E5B-AA83-DEC9466E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nombre</a:t>
            </a:r>
          </a:p>
        </p:txBody>
      </p:sp>
      <p:sp>
        <p:nvSpPr>
          <p:cNvPr id="33" name="rec-entity-rule-PRODUCTOS-2">
            <a:extLst xmlns:a="http://schemas.openxmlformats.org/drawingml/2006/main">
              <a:ext uri="{FF2B5EF4-FFF2-40B4-BE49-F238E27FC236}">
                <a16:creationId xmlns:a16="http://schemas.microsoft.com/office/drawing/2014/main" id="{12E9F300-8217-4E9E-923A-EA25B901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34" name="rec-entity-field-PRODUCTOS-2">
            <a:extLst xmlns:a="http://schemas.openxmlformats.org/drawingml/2006/main">
              <a:ext uri="{FF2B5EF4-FFF2-40B4-BE49-F238E27FC236}">
                <a16:creationId xmlns:a16="http://schemas.microsoft.com/office/drawing/2014/main" id="{177CE5B8-B71D-4E69-8CBC-ACB57D39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10100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stock</a:t>
            </a:r>
          </a:p>
        </p:txBody>
      </p:sp>
      <p:sp>
        <p:nvSpPr>
          <p:cNvPr id="35" name="rec-entity-rule-PRODUCTOS-3">
            <a:extLst xmlns:a="http://schemas.openxmlformats.org/drawingml/2006/main">
              <a:ext uri="{FF2B5EF4-FFF2-40B4-BE49-F238E27FC236}">
                <a16:creationId xmlns:a16="http://schemas.microsoft.com/office/drawing/2014/main" id="{8F8CE881-41FC-46ED-AD2D-CAAB4DF2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387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36" name="rec-entity-field-PRODUCTOS-3">
            <a:extLst xmlns:a="http://schemas.openxmlformats.org/drawingml/2006/main">
              <a:ext uri="{FF2B5EF4-FFF2-40B4-BE49-F238E27FC236}">
                <a16:creationId xmlns:a16="http://schemas.microsoft.com/office/drawing/2014/main" id="{5B649B4B-6801-45A3-A5C1-0EDBC9D9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76800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activo</a:t>
            </a:r>
          </a:p>
        </p:txBody>
      </p:sp>
      <p:sp>
        <p:nvSpPr>
          <p:cNvPr id="37" name="rec-entity-rule-PRODUCTOS-4">
            <a:extLst xmlns:a="http://schemas.openxmlformats.org/drawingml/2006/main">
              <a:ext uri="{FF2B5EF4-FFF2-40B4-BE49-F238E27FC236}">
                <a16:creationId xmlns:a16="http://schemas.microsoft.com/office/drawing/2014/main" id="{93B88705-D0DB-4439-9151-A4A7A856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054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8C7"/>
          </a:solidFill>
          <a:ln xmlns:a="http://schemas.openxmlformats.org/drawingml/2006/main" w="0">
            <a:solidFill>
              <a:srgbClr val="AEB8C7"/>
            </a:solidFill>
            <a:prstDash val="solid"/>
          </a:ln>
        </p:spPr>
      </p:sp>
      <p:sp>
        <p:nvSpPr>
          <p:cNvPr id="38" name="rec-entity-field-PRODUCTOS-4">
            <a:extLst xmlns:a="http://schemas.openxmlformats.org/drawingml/2006/main">
              <a:ext uri="{FF2B5EF4-FFF2-40B4-BE49-F238E27FC236}">
                <a16:creationId xmlns:a16="http://schemas.microsoft.com/office/drawing/2014/main" id="{E1AD83E3-3F1C-49AE-BD03-8EC20BB0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43500"/>
            <a:ext cx="1924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familia · FK</a:t>
            </a:r>
          </a:p>
        </p:txBody>
      </p:sp>
      <p:sp>
        <p:nvSpPr>
          <p:cNvPr id="39" name="rec-relation-0">
            <a:extLst xmlns:a="http://schemas.openxmlformats.org/drawingml/2006/main">
              <a:ext uri="{FF2B5EF4-FFF2-40B4-BE49-F238E27FC236}">
                <a16:creationId xmlns:a16="http://schemas.microsoft.com/office/drawing/2014/main" id="{18177BCE-FBFB-4708-945D-B6DE5465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809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1FC"/>
          </a:solidFill>
          <a:ln xmlns:a="http://schemas.openxmlformats.org/drawingml/2006/main" w="9525">
            <a:solidFill>
              <a:srgbClr val="7FA0D8"/>
            </a:solidFill>
            <a:prstDash val="solid"/>
          </a:ln>
        </p:spPr>
      </p:sp>
      <p:sp>
        <p:nvSpPr>
          <p:cNvPr id="40" name="rec-relation-text-0">
            <a:extLst xmlns:a="http://schemas.openxmlformats.org/drawingml/2006/main">
              <a:ext uri="{FF2B5EF4-FFF2-40B4-BE49-F238E27FC236}">
                <a16:creationId xmlns:a16="http://schemas.microsoft.com/office/drawing/2014/main" id="{17D66F06-AB86-4104-B2A1-A181234B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56B"/>
                </a:solidFill>
              </a:defRPr>
            </a:pPr>
            <a:r>
              <a:rPr sz="975" b="1">
                <a:solidFill>
                  <a:srgbClr val="12356B"/>
                </a:solidFill>
              </a:rPr>
              <a:t>USUARIO  1  →  N  PEDIDOS</a:t>
            </a:r>
          </a:p>
        </p:txBody>
      </p:sp>
      <p:sp>
        <p:nvSpPr>
          <p:cNvPr id="41" name="rec-keys-legend">
            <a:extLst xmlns:a="http://schemas.openxmlformats.org/drawingml/2006/main">
              <a:ext uri="{FF2B5EF4-FFF2-40B4-BE49-F238E27FC236}">
                <a16:creationId xmlns:a16="http://schemas.microsoft.com/office/drawing/2014/main" id="{EB7C608A-C3F6-4562-B3A7-B287A7FE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4038600" cy="304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7FA0D8"/>
            </a:solidFill>
            <a:prstDash val="solid"/>
          </a:ln>
        </p:spPr>
      </p:sp>
      <p:sp>
        <p:nvSpPr>
          <p:cNvPr id="42" name="rec-keys-legend-text">
            <a:extLst xmlns:a="http://schemas.openxmlformats.org/drawingml/2006/main">
              <a:ext uri="{FF2B5EF4-FFF2-40B4-BE49-F238E27FC236}">
                <a16:creationId xmlns:a16="http://schemas.microsoft.com/office/drawing/2014/main" id="{FE80866F-9B69-445F-A380-AB805621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3848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356B"/>
                </a:solidFill>
              </a:defRPr>
            </a:pPr>
            <a:r>
              <a:rPr sz="975" b="1">
                <a:solidFill>
                  <a:srgbClr val="12356B"/>
                </a:solidFill>
              </a:rPr>
              <a:t>PK: _id   ·   FK: ObjectId de referencia   ·   [ ]: arreglo</a:t>
            </a:r>
          </a:p>
        </p:txBody>
      </p:sp>
      <p:sp>
        <p:nvSpPr>
          <p:cNvPr id="43" name="rec-flow-arrow">
            <a:extLst xmlns:a="http://schemas.openxmlformats.org/drawingml/2006/main">
              <a:ext uri="{FF2B5EF4-FFF2-40B4-BE49-F238E27FC236}">
                <a16:creationId xmlns:a16="http://schemas.microsoft.com/office/drawing/2014/main" id="{C0004B2C-A1E3-4492-9DD0-2DC7E621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80010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2C7"/>
          </a:solidFill>
          <a:ln xmlns:a="http://schemas.openxmlformats.org/drawingml/2006/main" w="9525">
            <a:solidFill>
              <a:srgbClr val="2F62C7"/>
            </a:solidFill>
            <a:prstDash val="solid"/>
          </a:ln>
        </p:spPr>
      </p:sp>
      <p:sp>
        <p:nvSpPr>
          <p:cNvPr id="44" name="rec-flow-caption">
            <a:extLst xmlns:a="http://schemas.openxmlformats.org/drawingml/2006/main">
              <a:ext uri="{FF2B5EF4-FFF2-40B4-BE49-F238E27FC236}">
                <a16:creationId xmlns:a16="http://schemas.microsoft.com/office/drawing/2014/main" id="{A26F7E7F-3819-43A8-9BCB-731CD7E9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24250"/>
            <a:ext cx="1000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56B"/>
                </a:solidFill>
              </a:defRPr>
            </a:pPr>
            <a:r>
              <a:rPr sz="1125" b="1">
                <a:solidFill>
                  <a:srgbClr val="12356B"/>
                </a:solidFill>
              </a:rPr>
              <a:t>Extracción, unión</a:t>
            </a:r>
          </a:p>
          <a:p xmlns:a="http://schemas.openxmlformats.org/drawingml/2006/main">
            <a:pPr algn="ctr">
              <a:defRPr sz="1125" b="1">
                <a:solidFill>
                  <a:srgbClr val="12356B"/>
                </a:solidFill>
              </a:defRPr>
            </a:pPr>
            <a:r>
              <a:rPr sz="1125" b="1">
                <a:solidFill>
                  <a:srgbClr val="12356B"/>
                </a:solidFill>
              </a:rPr>
              <a:t>y codificación</a:t>
            </a:r>
          </a:p>
        </p:txBody>
      </p:sp>
      <p:sp>
        <p:nvSpPr>
          <p:cNvPr id="45" name="rec-dataset-panel">
            <a:extLst xmlns:a="http://schemas.openxmlformats.org/drawingml/2006/main">
              <a:ext uri="{FF2B5EF4-FFF2-40B4-BE49-F238E27FC236}">
                <a16:creationId xmlns:a16="http://schemas.microsoft.com/office/drawing/2014/main" id="{84E85631-AE27-4C0E-BAD2-3DFC5825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5667375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7643A"/>
            </a:solidFill>
            <a:prstDash val="solid"/>
          </a:ln>
        </p:spPr>
      </p:sp>
      <p:sp>
        <p:nvSpPr>
          <p:cNvPr id="46" name="rec-dataset-banner">
            <a:extLst xmlns:a="http://schemas.openxmlformats.org/drawingml/2006/main">
              <a:ext uri="{FF2B5EF4-FFF2-40B4-BE49-F238E27FC236}">
                <a16:creationId xmlns:a16="http://schemas.microsoft.com/office/drawing/2014/main" id="{78DC23E6-58D1-4C5D-9630-CA1E982C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81100"/>
            <a:ext cx="261937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5EC"/>
          </a:solidFill>
          <a:ln xmlns:a="http://schemas.openxmlformats.org/drawingml/2006/main" w="0">
            <a:solidFill>
              <a:srgbClr val="EAF5EC"/>
            </a:solidFill>
            <a:prstDash val="solid"/>
          </a:ln>
        </p:spPr>
      </p:sp>
      <p:sp>
        <p:nvSpPr>
          <p:cNvPr id="47" name="rec-dataset-banner-text">
            <a:extLst xmlns:a="http://schemas.openxmlformats.org/drawingml/2006/main">
              <a:ext uri="{FF2B5EF4-FFF2-40B4-BE49-F238E27FC236}">
                <a16:creationId xmlns:a16="http://schemas.microsoft.com/office/drawing/2014/main" id="{A67934E1-6AC2-48F7-A338-DB0D28CE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6682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643A"/>
                </a:solidFill>
              </a:defRPr>
            </a:pPr>
            <a:r>
              <a:rPr sz="1425" b="1">
                <a:solidFill>
                  <a:srgbClr val="27643A"/>
                </a:solidFill>
              </a:rPr>
              <a:t>▦  DATASET DE INTERACCIONES</a:t>
            </a:r>
          </a:p>
        </p:txBody>
      </p:sp>
      <p:sp>
        <p:nvSpPr>
          <p:cNvPr id="48" name="rec-x-label">
            <a:extLst xmlns:a="http://schemas.openxmlformats.org/drawingml/2006/main">
              <a:ext uri="{FF2B5EF4-FFF2-40B4-BE49-F238E27FC236}">
                <a16:creationId xmlns:a16="http://schemas.microsoft.com/office/drawing/2014/main" id="{E0530373-A478-444E-8236-6F87125F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7643A"/>
                </a:solidFill>
              </a:defRPr>
            </a:pPr>
            <a:r>
              <a:rPr sz="1200" b="1">
                <a:solidFill>
                  <a:srgbClr val="27643A"/>
                </a:solidFill>
              </a:rPr>
              <a:t>Datos utilizados para comparar productos</a:t>
            </a:r>
          </a:p>
        </p:txBody>
      </p:sp>
      <p:sp>
        <p:nvSpPr>
          <p:cNvPr id="49" name="rec-table-header-0">
            <a:extLst xmlns:a="http://schemas.openxmlformats.org/drawingml/2006/main">
              <a:ext uri="{FF2B5EF4-FFF2-40B4-BE49-F238E27FC236}">
                <a16:creationId xmlns:a16="http://schemas.microsoft.com/office/drawing/2014/main" id="{092033D9-C11A-4488-9E1C-5CE70044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0" name="rec-table-header-text-0">
            <a:extLst xmlns:a="http://schemas.openxmlformats.org/drawingml/2006/main">
              <a:ext uri="{FF2B5EF4-FFF2-40B4-BE49-F238E27FC236}">
                <a16:creationId xmlns:a16="http://schemas.microsoft.com/office/drawing/2014/main" id="{56A2F4D1-0D53-4D0D-85CA-C35320A0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pedido</a:t>
            </a:r>
          </a:p>
        </p:txBody>
      </p:sp>
      <p:sp>
        <p:nvSpPr>
          <p:cNvPr id="51" name="rec-table-header-1">
            <a:extLst xmlns:a="http://schemas.openxmlformats.org/drawingml/2006/main">
              <a:ext uri="{FF2B5EF4-FFF2-40B4-BE49-F238E27FC236}">
                <a16:creationId xmlns:a16="http://schemas.microsoft.com/office/drawing/2014/main" id="{9A094E2D-0D6D-4200-8DF9-B235A132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383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2" name="rec-table-header-text-1">
            <a:extLst xmlns:a="http://schemas.openxmlformats.org/drawingml/2006/main">
              <a:ext uri="{FF2B5EF4-FFF2-40B4-BE49-F238E27FC236}">
                <a16:creationId xmlns:a16="http://schemas.microsoft.com/office/drawing/2014/main" id="{1275DA97-8213-4C5F-92E1-3ABEA3BE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usuario</a:t>
            </a:r>
          </a:p>
        </p:txBody>
      </p:sp>
      <p:sp>
        <p:nvSpPr>
          <p:cNvPr id="53" name="rec-table-header-2">
            <a:extLst xmlns:a="http://schemas.openxmlformats.org/drawingml/2006/main">
              <a:ext uri="{FF2B5EF4-FFF2-40B4-BE49-F238E27FC236}">
                <a16:creationId xmlns:a16="http://schemas.microsoft.com/office/drawing/2014/main" id="{5D32C872-2BF8-4053-A209-F9FE4FAD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3835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4" name="rec-table-header-text-2">
            <a:extLst xmlns:a="http://schemas.openxmlformats.org/drawingml/2006/main">
              <a:ext uri="{FF2B5EF4-FFF2-40B4-BE49-F238E27FC236}">
                <a16:creationId xmlns:a16="http://schemas.microsoft.com/office/drawing/2014/main" id="{9133D68F-0400-4625-A897-0AEE8F59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producto</a:t>
            </a:r>
          </a:p>
        </p:txBody>
      </p:sp>
      <p:sp>
        <p:nvSpPr>
          <p:cNvPr id="55" name="rec-table-header-3">
            <a:extLst xmlns:a="http://schemas.openxmlformats.org/drawingml/2006/main">
              <a:ext uri="{FF2B5EF4-FFF2-40B4-BE49-F238E27FC236}">
                <a16:creationId xmlns:a16="http://schemas.microsoft.com/office/drawing/2014/main" id="{450BFC6D-CAF1-4DE6-AB1F-CDDA45B0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3835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6" name="rec-table-header-text-3">
            <a:extLst xmlns:a="http://schemas.openxmlformats.org/drawingml/2006/main">
              <a:ext uri="{FF2B5EF4-FFF2-40B4-BE49-F238E27FC236}">
                <a16:creationId xmlns:a16="http://schemas.microsoft.com/office/drawing/2014/main" id="{7CE39D01-6FF3-4DF6-BE70-F57B09E1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cant.</a:t>
            </a:r>
          </a:p>
        </p:txBody>
      </p:sp>
      <p:sp>
        <p:nvSpPr>
          <p:cNvPr id="57" name="rec-table-header-4">
            <a:extLst xmlns:a="http://schemas.openxmlformats.org/drawingml/2006/main">
              <a:ext uri="{FF2B5EF4-FFF2-40B4-BE49-F238E27FC236}">
                <a16:creationId xmlns:a16="http://schemas.microsoft.com/office/drawing/2014/main" id="{CBEABEC4-1FC6-4CD5-B463-1F9E70B8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58" name="rec-table-header-text-4">
            <a:extLst xmlns:a="http://schemas.openxmlformats.org/drawingml/2006/main">
              <a:ext uri="{FF2B5EF4-FFF2-40B4-BE49-F238E27FC236}">
                <a16:creationId xmlns:a16="http://schemas.microsoft.com/office/drawing/2014/main" id="{C4713EA9-A6AE-4FF5-9AB9-FAE0836D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fecha</a:t>
            </a:r>
          </a:p>
        </p:txBody>
      </p:sp>
      <p:sp>
        <p:nvSpPr>
          <p:cNvPr id="59" name="rec-table-header-5">
            <a:extLst xmlns:a="http://schemas.openxmlformats.org/drawingml/2006/main">
              <a:ext uri="{FF2B5EF4-FFF2-40B4-BE49-F238E27FC236}">
                <a16:creationId xmlns:a16="http://schemas.microsoft.com/office/drawing/2014/main" id="{61E6B2EE-7818-455C-AD1C-E3F9BAD4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38350"/>
            <a:ext cx="1152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C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0" name="rec-table-header-text-5">
            <a:extLst xmlns:a="http://schemas.openxmlformats.org/drawingml/2006/main">
              <a:ext uri="{FF2B5EF4-FFF2-40B4-BE49-F238E27FC236}">
                <a16:creationId xmlns:a16="http://schemas.microsoft.com/office/drawing/2014/main" id="{28B1A67E-ADEB-40D8-9C56-656E6442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095500"/>
            <a:ext cx="1076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estado</a:t>
            </a:r>
          </a:p>
        </p:txBody>
      </p:sp>
      <p:sp>
        <p:nvSpPr>
          <p:cNvPr id="61" name="rec-table-cell-0-0">
            <a:extLst xmlns:a="http://schemas.openxmlformats.org/drawingml/2006/main">
              <a:ext uri="{FF2B5EF4-FFF2-40B4-BE49-F238E27FC236}">
                <a16:creationId xmlns:a16="http://schemas.microsoft.com/office/drawing/2014/main" id="{CA2C294F-7576-4EB9-8370-4EFA1177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2" name="rec-table-cell-text-0-0">
            <a:extLst xmlns:a="http://schemas.openxmlformats.org/drawingml/2006/main">
              <a:ext uri="{FF2B5EF4-FFF2-40B4-BE49-F238E27FC236}">
                <a16:creationId xmlns:a16="http://schemas.microsoft.com/office/drawing/2014/main" id="{4571A119-C696-4A91-B478-B1B6F2AF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66975"/>
            <a:ext cx="685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PED01</a:t>
            </a:r>
          </a:p>
        </p:txBody>
      </p:sp>
      <p:sp>
        <p:nvSpPr>
          <p:cNvPr id="63" name="rec-table-cell-0-1">
            <a:extLst xmlns:a="http://schemas.openxmlformats.org/drawingml/2006/main">
              <a:ext uri="{FF2B5EF4-FFF2-40B4-BE49-F238E27FC236}">
                <a16:creationId xmlns:a16="http://schemas.microsoft.com/office/drawing/2014/main" id="{26AF5C97-4D9D-411F-A127-0691C2C3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0030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4" name="rec-table-cell-text-0-1">
            <a:extLst xmlns:a="http://schemas.openxmlformats.org/drawingml/2006/main">
              <a:ext uri="{FF2B5EF4-FFF2-40B4-BE49-F238E27FC236}">
                <a16:creationId xmlns:a16="http://schemas.microsoft.com/office/drawing/2014/main" id="{13906DAF-EA16-4899-B19C-041C7DE4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66975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U001</a:t>
            </a:r>
          </a:p>
        </p:txBody>
      </p:sp>
      <p:sp>
        <p:nvSpPr>
          <p:cNvPr id="65" name="rec-table-cell-0-2">
            <a:extLst xmlns:a="http://schemas.openxmlformats.org/drawingml/2006/main">
              <a:ext uri="{FF2B5EF4-FFF2-40B4-BE49-F238E27FC236}">
                <a16:creationId xmlns:a16="http://schemas.microsoft.com/office/drawing/2014/main" id="{FDBF7CA3-07E4-41BA-93BE-295B8E5A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6" name="rec-table-cell-text-0-2">
            <a:extLst xmlns:a="http://schemas.openxmlformats.org/drawingml/2006/main">
              <a:ext uri="{FF2B5EF4-FFF2-40B4-BE49-F238E27FC236}">
                <a16:creationId xmlns:a16="http://schemas.microsoft.com/office/drawing/2014/main" id="{49CA1D7F-067F-4EAC-9A88-BB3E1CC4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4669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P001</a:t>
            </a:r>
          </a:p>
        </p:txBody>
      </p:sp>
      <p:sp>
        <p:nvSpPr>
          <p:cNvPr id="67" name="rec-table-cell-0-3">
            <a:extLst xmlns:a="http://schemas.openxmlformats.org/drawingml/2006/main">
              <a:ext uri="{FF2B5EF4-FFF2-40B4-BE49-F238E27FC236}">
                <a16:creationId xmlns:a16="http://schemas.microsoft.com/office/drawing/2014/main" id="{30ED6238-CEE2-4DE4-B20D-78F7B8E6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0030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68" name="rec-table-cell-text-0-3">
            <a:extLst xmlns:a="http://schemas.openxmlformats.org/drawingml/2006/main">
              <a:ext uri="{FF2B5EF4-FFF2-40B4-BE49-F238E27FC236}">
                <a16:creationId xmlns:a16="http://schemas.microsoft.com/office/drawing/2014/main" id="{9DEA7FDE-6C1C-41A9-925F-BC67C3F8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6697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69" name="rec-table-cell-0-4">
            <a:extLst xmlns:a="http://schemas.openxmlformats.org/drawingml/2006/main">
              <a:ext uri="{FF2B5EF4-FFF2-40B4-BE49-F238E27FC236}">
                <a16:creationId xmlns:a16="http://schemas.microsoft.com/office/drawing/2014/main" id="{C4D9FC51-DC76-4BDF-A053-F6118532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0" name="rec-table-cell-text-0-4">
            <a:extLst xmlns:a="http://schemas.openxmlformats.org/drawingml/2006/main">
              <a:ext uri="{FF2B5EF4-FFF2-40B4-BE49-F238E27FC236}">
                <a16:creationId xmlns:a16="http://schemas.microsoft.com/office/drawing/2014/main" id="{74D3BB35-AC0D-48D7-9D71-A54DDBF2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466975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12/06</a:t>
            </a:r>
          </a:p>
        </p:txBody>
      </p:sp>
      <p:sp>
        <p:nvSpPr>
          <p:cNvPr id="71" name="rec-table-cell-0-5">
            <a:extLst xmlns:a="http://schemas.openxmlformats.org/drawingml/2006/main">
              <a:ext uri="{FF2B5EF4-FFF2-40B4-BE49-F238E27FC236}">
                <a16:creationId xmlns:a16="http://schemas.microsoft.com/office/drawing/2014/main" id="{7C15E024-71EF-4C67-9E14-1569B3DC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00300"/>
            <a:ext cx="1152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2" name="rec-table-cell-text-0-5">
            <a:extLst xmlns:a="http://schemas.openxmlformats.org/drawingml/2006/main">
              <a:ext uri="{FF2B5EF4-FFF2-40B4-BE49-F238E27FC236}">
                <a16:creationId xmlns:a16="http://schemas.microsoft.com/office/drawing/2014/main" id="{12B9FD79-E23D-435B-B699-8B7244F7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46697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Entregado</a:t>
            </a:r>
          </a:p>
        </p:txBody>
      </p:sp>
      <p:sp>
        <p:nvSpPr>
          <p:cNvPr id="73" name="rec-table-cell-1-0">
            <a:extLst xmlns:a="http://schemas.openxmlformats.org/drawingml/2006/main">
              <a:ext uri="{FF2B5EF4-FFF2-40B4-BE49-F238E27FC236}">
                <a16:creationId xmlns:a16="http://schemas.microsoft.com/office/drawing/2014/main" id="{C2D4D0C8-B3DC-4C41-8F53-CAC164C2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4" name="rec-table-cell-text-1-0">
            <a:extLst xmlns:a="http://schemas.openxmlformats.org/drawingml/2006/main">
              <a:ext uri="{FF2B5EF4-FFF2-40B4-BE49-F238E27FC236}">
                <a16:creationId xmlns:a16="http://schemas.microsoft.com/office/drawing/2014/main" id="{FFCA75B6-F599-4F50-BEEE-0B78B3B9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28925"/>
            <a:ext cx="685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PED01</a:t>
            </a:r>
          </a:p>
        </p:txBody>
      </p:sp>
      <p:sp>
        <p:nvSpPr>
          <p:cNvPr id="75" name="rec-table-cell-1-1">
            <a:extLst xmlns:a="http://schemas.openxmlformats.org/drawingml/2006/main">
              <a:ext uri="{FF2B5EF4-FFF2-40B4-BE49-F238E27FC236}">
                <a16:creationId xmlns:a16="http://schemas.microsoft.com/office/drawing/2014/main" id="{9B909866-39A7-42B5-A66F-AB6ABE53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6225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6" name="rec-table-cell-text-1-1">
            <a:extLst xmlns:a="http://schemas.openxmlformats.org/drawingml/2006/main">
              <a:ext uri="{FF2B5EF4-FFF2-40B4-BE49-F238E27FC236}">
                <a16:creationId xmlns:a16="http://schemas.microsoft.com/office/drawing/2014/main" id="{6A27C845-F645-47CC-B8BB-F53688B4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28925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U001</a:t>
            </a:r>
          </a:p>
        </p:txBody>
      </p:sp>
      <p:sp>
        <p:nvSpPr>
          <p:cNvPr id="77" name="rec-table-cell-1-2">
            <a:extLst xmlns:a="http://schemas.openxmlformats.org/drawingml/2006/main">
              <a:ext uri="{FF2B5EF4-FFF2-40B4-BE49-F238E27FC236}">
                <a16:creationId xmlns:a16="http://schemas.microsoft.com/office/drawing/2014/main" id="{1439FF0A-25C2-4BCC-B52F-9E84DF2C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78" name="rec-table-cell-text-1-2">
            <a:extLst xmlns:a="http://schemas.openxmlformats.org/drawingml/2006/main">
              <a:ext uri="{FF2B5EF4-FFF2-40B4-BE49-F238E27FC236}">
                <a16:creationId xmlns:a16="http://schemas.microsoft.com/office/drawing/2014/main" id="{F726BFA9-7F4C-46EF-A4E4-CBCEB0F8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82892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P004</a:t>
            </a:r>
          </a:p>
        </p:txBody>
      </p:sp>
      <p:sp>
        <p:nvSpPr>
          <p:cNvPr id="79" name="rec-table-cell-1-3">
            <a:extLst xmlns:a="http://schemas.openxmlformats.org/drawingml/2006/main">
              <a:ext uri="{FF2B5EF4-FFF2-40B4-BE49-F238E27FC236}">
                <a16:creationId xmlns:a16="http://schemas.microsoft.com/office/drawing/2014/main" id="{E795FA6C-6A8F-4820-955E-D5E18D64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6225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80" name="rec-table-cell-text-1-3">
            <a:extLst xmlns:a="http://schemas.openxmlformats.org/drawingml/2006/main">
              <a:ext uri="{FF2B5EF4-FFF2-40B4-BE49-F238E27FC236}">
                <a16:creationId xmlns:a16="http://schemas.microsoft.com/office/drawing/2014/main" id="{86D9306F-AB1E-4B2D-B4D0-C77F299F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2892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81" name="rec-table-cell-1-4">
            <a:extLst xmlns:a="http://schemas.openxmlformats.org/drawingml/2006/main">
              <a:ext uri="{FF2B5EF4-FFF2-40B4-BE49-F238E27FC236}">
                <a16:creationId xmlns:a16="http://schemas.microsoft.com/office/drawing/2014/main" id="{FFA59A85-2FC6-4D9D-AE17-B14E8A4A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6225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82" name="rec-table-cell-text-1-4">
            <a:extLst xmlns:a="http://schemas.openxmlformats.org/drawingml/2006/main">
              <a:ext uri="{FF2B5EF4-FFF2-40B4-BE49-F238E27FC236}">
                <a16:creationId xmlns:a16="http://schemas.microsoft.com/office/drawing/2014/main" id="{47436913-8522-4652-AD90-92F040E2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828925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12/06</a:t>
            </a:r>
          </a:p>
        </p:txBody>
      </p:sp>
      <p:sp>
        <p:nvSpPr>
          <p:cNvPr id="83" name="rec-table-cell-1-5">
            <a:extLst xmlns:a="http://schemas.openxmlformats.org/drawingml/2006/main">
              <a:ext uri="{FF2B5EF4-FFF2-40B4-BE49-F238E27FC236}">
                <a16:creationId xmlns:a16="http://schemas.microsoft.com/office/drawing/2014/main" id="{42CE561A-48E1-4B11-A1B6-9856BDB3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62250"/>
            <a:ext cx="1152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84" name="rec-table-cell-text-1-5">
            <a:extLst xmlns:a="http://schemas.openxmlformats.org/drawingml/2006/main">
              <a:ext uri="{FF2B5EF4-FFF2-40B4-BE49-F238E27FC236}">
                <a16:creationId xmlns:a16="http://schemas.microsoft.com/office/drawing/2014/main" id="{7E636A7E-6038-4D25-A05A-E56ED8C3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8289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Entregado</a:t>
            </a:r>
          </a:p>
        </p:txBody>
      </p:sp>
      <p:sp>
        <p:nvSpPr>
          <p:cNvPr id="85" name="rec-table-cell-2-0">
            <a:extLst xmlns:a="http://schemas.openxmlformats.org/drawingml/2006/main">
              <a:ext uri="{FF2B5EF4-FFF2-40B4-BE49-F238E27FC236}">
                <a16:creationId xmlns:a16="http://schemas.microsoft.com/office/drawing/2014/main" id="{3F85EB6D-28A2-4557-9F78-3D9909F3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742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86" name="rec-table-cell-text-2-0">
            <a:extLst xmlns:a="http://schemas.openxmlformats.org/drawingml/2006/main">
              <a:ext uri="{FF2B5EF4-FFF2-40B4-BE49-F238E27FC236}">
                <a16:creationId xmlns:a16="http://schemas.microsoft.com/office/drawing/2014/main" id="{AB172B6B-60B4-48B5-8D35-F28CB6DD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90875"/>
            <a:ext cx="685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PED02</a:t>
            </a:r>
          </a:p>
        </p:txBody>
      </p:sp>
      <p:sp>
        <p:nvSpPr>
          <p:cNvPr id="87" name="rec-table-cell-2-1">
            <a:extLst xmlns:a="http://schemas.openxmlformats.org/drawingml/2006/main">
              <a:ext uri="{FF2B5EF4-FFF2-40B4-BE49-F238E27FC236}">
                <a16:creationId xmlns:a16="http://schemas.microsoft.com/office/drawing/2014/main" id="{8D369057-A9DA-4B15-90AB-9AA9F79A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24200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88" name="rec-table-cell-text-2-1">
            <a:extLst xmlns:a="http://schemas.openxmlformats.org/drawingml/2006/main">
              <a:ext uri="{FF2B5EF4-FFF2-40B4-BE49-F238E27FC236}">
                <a16:creationId xmlns:a16="http://schemas.microsoft.com/office/drawing/2014/main" id="{57D3F84C-98E9-4B0D-82B9-0802116F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190875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U002</a:t>
            </a:r>
          </a:p>
        </p:txBody>
      </p:sp>
      <p:sp>
        <p:nvSpPr>
          <p:cNvPr id="89" name="rec-table-cell-2-2">
            <a:extLst xmlns:a="http://schemas.openxmlformats.org/drawingml/2006/main">
              <a:ext uri="{FF2B5EF4-FFF2-40B4-BE49-F238E27FC236}">
                <a16:creationId xmlns:a16="http://schemas.microsoft.com/office/drawing/2014/main" id="{863587FA-3031-4A36-91BF-EB75EBC7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242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90" name="rec-table-cell-text-2-2">
            <a:extLst xmlns:a="http://schemas.openxmlformats.org/drawingml/2006/main">
              <a:ext uri="{FF2B5EF4-FFF2-40B4-BE49-F238E27FC236}">
                <a16:creationId xmlns:a16="http://schemas.microsoft.com/office/drawing/2014/main" id="{8A73ACF4-5430-45F0-BF7F-639E1BD3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1908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P001</a:t>
            </a:r>
          </a:p>
        </p:txBody>
      </p:sp>
      <p:sp>
        <p:nvSpPr>
          <p:cNvPr id="91" name="rec-table-cell-2-3">
            <a:extLst xmlns:a="http://schemas.openxmlformats.org/drawingml/2006/main">
              <a:ext uri="{FF2B5EF4-FFF2-40B4-BE49-F238E27FC236}">
                <a16:creationId xmlns:a16="http://schemas.microsoft.com/office/drawing/2014/main" id="{ECDA1838-30C7-4E75-9747-EE48AFEC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92" name="rec-table-cell-text-2-3">
            <a:extLst xmlns:a="http://schemas.openxmlformats.org/drawingml/2006/main">
              <a:ext uri="{FF2B5EF4-FFF2-40B4-BE49-F238E27FC236}">
                <a16:creationId xmlns:a16="http://schemas.microsoft.com/office/drawing/2014/main" id="{D1D199BD-1050-4A79-BA9D-A859CF4F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190875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93" name="rec-table-cell-2-4">
            <a:extLst xmlns:a="http://schemas.openxmlformats.org/drawingml/2006/main">
              <a:ext uri="{FF2B5EF4-FFF2-40B4-BE49-F238E27FC236}">
                <a16:creationId xmlns:a16="http://schemas.microsoft.com/office/drawing/2014/main" id="{C50B2C60-6DAF-4BFD-A0FF-5C4E8794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2420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94" name="rec-table-cell-text-2-4">
            <a:extLst xmlns:a="http://schemas.openxmlformats.org/drawingml/2006/main">
              <a:ext uri="{FF2B5EF4-FFF2-40B4-BE49-F238E27FC236}">
                <a16:creationId xmlns:a16="http://schemas.microsoft.com/office/drawing/2014/main" id="{1DE68AE8-734A-4605-92C3-3CD6EAE7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90875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13/06</a:t>
            </a:r>
          </a:p>
        </p:txBody>
      </p:sp>
      <p:sp>
        <p:nvSpPr>
          <p:cNvPr id="95" name="rec-table-cell-2-5">
            <a:extLst xmlns:a="http://schemas.openxmlformats.org/drawingml/2006/main">
              <a:ext uri="{FF2B5EF4-FFF2-40B4-BE49-F238E27FC236}">
                <a16:creationId xmlns:a16="http://schemas.microsoft.com/office/drawing/2014/main" id="{60E8EF9C-065A-4632-9EE0-B21638F0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124200"/>
            <a:ext cx="1152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C7"/>
            </a:solidFill>
            <a:prstDash val="solid"/>
          </a:ln>
        </p:spPr>
      </p:sp>
      <p:sp>
        <p:nvSpPr>
          <p:cNvPr id="96" name="rec-table-cell-text-2-5">
            <a:extLst xmlns:a="http://schemas.openxmlformats.org/drawingml/2006/main">
              <a:ext uri="{FF2B5EF4-FFF2-40B4-BE49-F238E27FC236}">
                <a16:creationId xmlns:a16="http://schemas.microsoft.com/office/drawing/2014/main" id="{7B664382-77A7-4D85-935A-573AB277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19087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Entregado</a:t>
            </a:r>
          </a:p>
        </p:txBody>
      </p:sp>
      <p:sp>
        <p:nvSpPr>
          <p:cNvPr id="97" name="rec-analysis-callout">
            <a:extLst xmlns:a="http://schemas.openxmlformats.org/drawingml/2006/main">
              <a:ext uri="{FF2B5EF4-FFF2-40B4-BE49-F238E27FC236}">
                <a16:creationId xmlns:a16="http://schemas.microsoft.com/office/drawing/2014/main" id="{2F0FD4C1-211A-4DBB-878A-5645DECB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52950"/>
            <a:ext cx="4981575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4288">
            <a:solidFill>
              <a:srgbClr val="E8B341"/>
            </a:solidFill>
            <a:prstDash val="solid"/>
          </a:ln>
        </p:spPr>
      </p:sp>
      <p:sp>
        <p:nvSpPr>
          <p:cNvPr id="98" name="rec-analysis-icon">
            <a:extLst xmlns:a="http://schemas.openxmlformats.org/drawingml/2006/main">
              <a:ext uri="{FF2B5EF4-FFF2-40B4-BE49-F238E27FC236}">
                <a16:creationId xmlns:a16="http://schemas.microsoft.com/office/drawing/2014/main" id="{B15A06C5-2DBC-4FF4-AD2C-09B7A3BF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95825"/>
            <a:ext cx="52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2356B"/>
                </a:solidFill>
              </a:defRPr>
            </a:pPr>
            <a:r>
              <a:rPr sz="3000" b="1">
                <a:solidFill>
                  <a:srgbClr val="12356B"/>
                </a:solidFill>
              </a:rPr>
              <a:t>◎</a:t>
            </a:r>
          </a:p>
        </p:txBody>
      </p:sp>
      <p:sp>
        <p:nvSpPr>
          <p:cNvPr id="99" name="rec-analysis-title">
            <a:extLst xmlns:a="http://schemas.openxmlformats.org/drawingml/2006/main">
              <a:ext uri="{FF2B5EF4-FFF2-40B4-BE49-F238E27FC236}">
                <a16:creationId xmlns:a16="http://schemas.microsoft.com/office/drawing/2014/main" id="{6A1BCBDF-8577-4181-B5E2-DD19B782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56B"/>
                </a:solidFill>
              </a:defRPr>
            </a:pPr>
            <a:r>
              <a:rPr sz="1350" b="1">
                <a:solidFill>
                  <a:srgbClr val="12356B"/>
                </a:solidFill>
              </a:rPr>
              <a:t>¿Qué se va a analizar?</a:t>
            </a:r>
          </a:p>
        </p:txBody>
      </p:sp>
      <p:sp>
        <p:nvSpPr>
          <p:cNvPr id="100" name="rec-analysis-body">
            <a:extLst xmlns:a="http://schemas.openxmlformats.org/drawingml/2006/main">
              <a:ext uri="{FF2B5EF4-FFF2-40B4-BE49-F238E27FC236}">
                <a16:creationId xmlns:a16="http://schemas.microsoft.com/office/drawing/2014/main" id="{9070D86C-CECB-469A-A8E8-D6933BEA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006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Qué productos son similares porque fueron comprados por los mismos usuarios; salida: Top-N ítems.</a:t>
            </a:r>
          </a:p>
        </p:txBody>
      </p:sp>
    </p:spTree>
    <p:extLst>
      <p:ext uri="{BB962C8B-B14F-4D97-AF65-F5344CB8AC3E}">
        <p14:creationId xmlns:p14="http://schemas.microsoft.com/office/powerpoint/2010/main" val="15394587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2026-07-20T06:57:12.8930000Z</dcterms:created>
  <dcterms:modified xsi:type="dcterms:W3CDTF">2026-07-20T06:57:12.8930000Z</dcterms:modified>
</coreProperties>
</file>